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Caveat"/>
      <p:regular r:id="rId18"/>
      <p:bold r:id="rId19"/>
    </p:embeddedFont>
    <p:embeddedFont>
      <p:font typeface="Amatic SC"/>
      <p:regular r:id="rId20"/>
      <p:bold r:id="rId21"/>
    </p:embeddedFont>
    <p:embeddedFont>
      <p:font typeface="Fira Sans Extra Condensed Medium"/>
      <p:regular r:id="rId22"/>
      <p:bold r:id="rId23"/>
      <p:italic r:id="rId24"/>
      <p:boldItalic r:id="rId25"/>
    </p:embeddedFont>
    <p:embeddedFont>
      <p:font typeface="Roboto Condensed"/>
      <p:regular r:id="rId26"/>
      <p:bold r:id="rId27"/>
      <p:italic r:id="rId28"/>
      <p:boldItalic r:id="rId29"/>
    </p:embeddedFont>
    <p:embeddedFont>
      <p:font typeface="Squada One"/>
      <p:regular r:id="rId30"/>
    </p:embeddedFont>
    <p:embeddedFont>
      <p:font typeface="Roboto Condensed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CondensedLight-regular.fntdata"/><Relationship Id="rId30" Type="http://schemas.openxmlformats.org/officeDocument/2006/relationships/font" Target="fonts/SquadaOne-regular.fntdata"/><Relationship Id="rId33" Type="http://schemas.openxmlformats.org/officeDocument/2006/relationships/font" Target="fonts/RobotoCondensedLight-italic.fntdata"/><Relationship Id="rId32" Type="http://schemas.openxmlformats.org/officeDocument/2006/relationships/font" Target="fonts/RobotoCondensedLight-bold.fntdata"/><Relationship Id="rId34" Type="http://schemas.openxmlformats.org/officeDocument/2006/relationships/font" Target="fonts/RobotoCondensedLight-boldItalic.fntdata"/><Relationship Id="rId20" Type="http://schemas.openxmlformats.org/officeDocument/2006/relationships/font" Target="fonts/AmaticSC-regular.fntdata"/><Relationship Id="rId22" Type="http://schemas.openxmlformats.org/officeDocument/2006/relationships/font" Target="fonts/FiraSansExtraCondensedMedium-regular.fntdata"/><Relationship Id="rId21" Type="http://schemas.openxmlformats.org/officeDocument/2006/relationships/font" Target="fonts/AmaticSC-bold.fntdata"/><Relationship Id="rId24" Type="http://schemas.openxmlformats.org/officeDocument/2006/relationships/font" Target="fonts/FiraSansExtraCondensedMedium-italic.fntdata"/><Relationship Id="rId23" Type="http://schemas.openxmlformats.org/officeDocument/2006/relationships/font" Target="fonts/FiraSansExtraCondensedMedium-bold.fntdata"/><Relationship Id="rId26" Type="http://schemas.openxmlformats.org/officeDocument/2006/relationships/font" Target="fonts/RobotoCondensed-regular.fntdata"/><Relationship Id="rId25" Type="http://schemas.openxmlformats.org/officeDocument/2006/relationships/font" Target="fonts/FiraSansExtraCondensedMedium-boldItalic.fntdata"/><Relationship Id="rId28" Type="http://schemas.openxmlformats.org/officeDocument/2006/relationships/font" Target="fonts/RobotoCondensed-italic.fntdata"/><Relationship Id="rId27" Type="http://schemas.openxmlformats.org/officeDocument/2006/relationships/font" Target="fonts/RobotoCondensed-bold.fntdata"/><Relationship Id="rId29" Type="http://schemas.openxmlformats.org/officeDocument/2006/relationships/font" Target="fonts/RobotoCondensed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Caveat-bold.fntdata"/><Relationship Id="rId1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a39e4857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a39e485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555f6d730f1d2774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555f6d730f1d2774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a39e4857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a39e4857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9d319948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9d319948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a39e48574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a39e48574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a39e48574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a39e48574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a39e48574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a39e48574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a39e48574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a39e48574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freepik.es/foto-gratis/macho-angulo-casco-realidad-virtual_7133530.htm" TargetMode="External"/><Relationship Id="rId3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4297175" y="2355550"/>
            <a:ext cx="4299000" cy="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4297175" y="1317160"/>
            <a:ext cx="42990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297175" y="2900355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2336850" y="2792565"/>
            <a:ext cx="2085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4721650" y="2781757"/>
            <a:ext cx="2085600" cy="1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 flipH="1">
            <a:off x="4721600" y="462755"/>
            <a:ext cx="36732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5"/>
          <p:cNvSpPr txBox="1"/>
          <p:nvPr>
            <p:ph idx="3" type="ctrTitle"/>
          </p:nvPr>
        </p:nvSpPr>
        <p:spPr>
          <a:xfrm>
            <a:off x="2229313" y="2629926"/>
            <a:ext cx="2300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5"/>
          <p:cNvSpPr txBox="1"/>
          <p:nvPr>
            <p:ph idx="4" type="ctrTitle"/>
          </p:nvPr>
        </p:nvSpPr>
        <p:spPr>
          <a:xfrm>
            <a:off x="4572000" y="2629926"/>
            <a:ext cx="2384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 rot="5400000">
            <a:off x="2050488" y="1999184"/>
            <a:ext cx="2658200" cy="2384800"/>
          </a:xfrm>
          <a:prstGeom prst="flowChartPreparation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rot="5400000">
            <a:off x="4435288" y="1999174"/>
            <a:ext cx="2658200" cy="238480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067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4825200" y="1728900"/>
            <a:ext cx="2490300" cy="16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48" name="Google Shape;48;p7"/>
          <p:cNvCxnSpPr/>
          <p:nvPr/>
        </p:nvCxnSpPr>
        <p:spPr>
          <a:xfrm>
            <a:off x="4572000" y="1228200"/>
            <a:ext cx="0" cy="2687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5427750" y="1819787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type="ctrTitle"/>
          </p:nvPr>
        </p:nvSpPr>
        <p:spPr>
          <a:xfrm flipH="1">
            <a:off x="5427750" y="981587"/>
            <a:ext cx="28575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3" name="Google Shape;5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101725" y="3712858"/>
            <a:ext cx="2175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subTitle"/>
          </p:nvPr>
        </p:nvSpPr>
        <p:spPr>
          <a:xfrm>
            <a:off x="4789400" y="3715662"/>
            <a:ext cx="2175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3" type="subTitle"/>
          </p:nvPr>
        </p:nvSpPr>
        <p:spPr>
          <a:xfrm>
            <a:off x="2101725" y="3396845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4" type="subTitle"/>
          </p:nvPr>
        </p:nvSpPr>
        <p:spPr>
          <a:xfrm>
            <a:off x="4789400" y="3395392"/>
            <a:ext cx="215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pic>
        <p:nvPicPr>
          <p:cNvPr id="60" name="Google Shape;6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0"/>
          <p:cNvSpPr txBox="1"/>
          <p:nvPr>
            <p:ph type="ctrTitle"/>
          </p:nvPr>
        </p:nvSpPr>
        <p:spPr>
          <a:xfrm flipH="1">
            <a:off x="1187500" y="445025"/>
            <a:ext cx="6784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68" name="Google Shape;6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539999" y="1400065"/>
            <a:ext cx="8064000" cy="17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537375" y="3235240"/>
            <a:ext cx="80667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74" name="Google Shape;7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-34698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41479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04897" y="-69508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3773854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6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subTitle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3"/>
          <p:cNvSpPr txBox="1"/>
          <p:nvPr>
            <p:ph idx="2" type="ctrTitle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" name="Google Shape;84;p13"/>
          <p:cNvSpPr txBox="1"/>
          <p:nvPr>
            <p:ph idx="3" type="subTitle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3"/>
          <p:cNvSpPr txBox="1"/>
          <p:nvPr>
            <p:ph idx="4" type="ctrTitle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5" type="subTitle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13"/>
          <p:cNvSpPr txBox="1"/>
          <p:nvPr>
            <p:ph idx="6" type="ctrTitle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8" name="Google Shape;88;p13"/>
          <p:cNvSpPr txBox="1"/>
          <p:nvPr>
            <p:ph idx="7" type="subTitle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8" type="ctrTitle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9" type="title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hasCustomPrompt="1" idx="13" type="title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hasCustomPrompt="1" idx="14" type="title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15" type="title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2">
  <p:cSld name="CUSTOM_36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657228" y="1778585"/>
            <a:ext cx="1959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" name="Google Shape;96;p14"/>
          <p:cNvSpPr txBox="1"/>
          <p:nvPr>
            <p:ph idx="1" type="subTitle"/>
          </p:nvPr>
        </p:nvSpPr>
        <p:spPr>
          <a:xfrm>
            <a:off x="657228" y="2252441"/>
            <a:ext cx="19593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4"/>
          <p:cNvSpPr txBox="1"/>
          <p:nvPr>
            <p:ph idx="2" type="ctrTitle"/>
          </p:nvPr>
        </p:nvSpPr>
        <p:spPr>
          <a:xfrm>
            <a:off x="693636" y="3580934"/>
            <a:ext cx="19065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4"/>
          <p:cNvSpPr txBox="1"/>
          <p:nvPr>
            <p:ph idx="3" type="subTitle"/>
          </p:nvPr>
        </p:nvSpPr>
        <p:spPr>
          <a:xfrm>
            <a:off x="693636" y="4036206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14"/>
          <p:cNvSpPr txBox="1"/>
          <p:nvPr>
            <p:ph idx="4" type="ctrTitle"/>
          </p:nvPr>
        </p:nvSpPr>
        <p:spPr>
          <a:xfrm>
            <a:off x="3207532" y="1784778"/>
            <a:ext cx="1799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" name="Google Shape;100;p14"/>
          <p:cNvSpPr txBox="1"/>
          <p:nvPr>
            <p:ph idx="5" type="subTitle"/>
          </p:nvPr>
        </p:nvSpPr>
        <p:spPr>
          <a:xfrm>
            <a:off x="3188332" y="2252437"/>
            <a:ext cx="1838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14"/>
          <p:cNvSpPr txBox="1"/>
          <p:nvPr>
            <p:ph idx="6" type="ctrTitle"/>
          </p:nvPr>
        </p:nvSpPr>
        <p:spPr>
          <a:xfrm>
            <a:off x="3233530" y="3580934"/>
            <a:ext cx="1753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4"/>
          <p:cNvSpPr txBox="1"/>
          <p:nvPr>
            <p:ph idx="7" type="subTitle"/>
          </p:nvPr>
        </p:nvSpPr>
        <p:spPr>
          <a:xfrm>
            <a:off x="3157180" y="4036206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14"/>
          <p:cNvSpPr txBox="1"/>
          <p:nvPr>
            <p:ph idx="8" type="ctrTitle"/>
          </p:nvPr>
        </p:nvSpPr>
        <p:spPr>
          <a:xfrm>
            <a:off x="579450" y="401450"/>
            <a:ext cx="45930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14"/>
          <p:cNvSpPr txBox="1"/>
          <p:nvPr>
            <p:ph hasCustomPrompt="1" idx="9" type="title"/>
          </p:nvPr>
        </p:nvSpPr>
        <p:spPr>
          <a:xfrm>
            <a:off x="683628" y="1358010"/>
            <a:ext cx="1906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/>
          <p:nvPr>
            <p:ph hasCustomPrompt="1" idx="13" type="title"/>
          </p:nvPr>
        </p:nvSpPr>
        <p:spPr>
          <a:xfrm>
            <a:off x="693636" y="3141768"/>
            <a:ext cx="19065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/>
          <p:nvPr>
            <p:ph hasCustomPrompt="1" idx="14" type="title"/>
          </p:nvPr>
        </p:nvSpPr>
        <p:spPr>
          <a:xfrm>
            <a:off x="3180682" y="1370400"/>
            <a:ext cx="18534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hasCustomPrompt="1" idx="15" type="title"/>
          </p:nvPr>
        </p:nvSpPr>
        <p:spPr>
          <a:xfrm>
            <a:off x="3233530" y="3141774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195283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76" y="-48298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3042082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81586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9457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3045130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8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2722955" y="3329200"/>
            <a:ext cx="3698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/>
        </p:txBody>
      </p:sp>
      <p:sp>
        <p:nvSpPr>
          <p:cNvPr id="116" name="Google Shape;116;p15"/>
          <p:cNvSpPr txBox="1"/>
          <p:nvPr>
            <p:ph type="ctrTitle"/>
          </p:nvPr>
        </p:nvSpPr>
        <p:spPr>
          <a:xfrm>
            <a:off x="1710150" y="1328125"/>
            <a:ext cx="57237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17" name="Google Shape;11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79774" y="-405667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988976" y="2112358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3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4511650" y="3131900"/>
            <a:ext cx="37179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/>
        </p:txBody>
      </p:sp>
      <p:sp>
        <p:nvSpPr>
          <p:cNvPr id="121" name="Google Shape;121;p16"/>
          <p:cNvSpPr txBox="1"/>
          <p:nvPr>
            <p:ph type="ctrTitle"/>
          </p:nvPr>
        </p:nvSpPr>
        <p:spPr>
          <a:xfrm>
            <a:off x="4511650" y="1054625"/>
            <a:ext cx="37179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25110" y="-501568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213857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>
            <p:ph type="ctrTitle"/>
          </p:nvPr>
        </p:nvSpPr>
        <p:spPr>
          <a:xfrm>
            <a:off x="2422500" y="2348625"/>
            <a:ext cx="4299000" cy="6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0" name="Google Shape;130;p17"/>
          <p:cNvSpPr txBox="1"/>
          <p:nvPr>
            <p:ph hasCustomPrompt="1" idx="2" type="title"/>
          </p:nvPr>
        </p:nvSpPr>
        <p:spPr>
          <a:xfrm>
            <a:off x="2422500" y="1296000"/>
            <a:ext cx="42990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/>
          <p:nvPr>
            <p:ph idx="1" type="subTitle"/>
          </p:nvPr>
        </p:nvSpPr>
        <p:spPr>
          <a:xfrm>
            <a:off x="2422500" y="2893425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3143300" y="1928850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4" name="Google Shape;134;p18"/>
          <p:cNvSpPr txBox="1"/>
          <p:nvPr>
            <p:ph type="ctrTitle"/>
          </p:nvPr>
        </p:nvSpPr>
        <p:spPr>
          <a:xfrm flipH="1">
            <a:off x="2876000" y="709650"/>
            <a:ext cx="33921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35" name="Google Shape;13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8" y="286698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" y="286865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421663" y="364835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1663" y="-58075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>
            <p:ph type="ctrTitle"/>
          </p:nvPr>
        </p:nvSpPr>
        <p:spPr>
          <a:xfrm flipH="1">
            <a:off x="2359650" y="1400650"/>
            <a:ext cx="4424700" cy="9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2378700" y="2530005"/>
            <a:ext cx="4386600" cy="9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9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1398700" y="2910300"/>
            <a:ext cx="34860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type="ctrTitle"/>
          </p:nvPr>
        </p:nvSpPr>
        <p:spPr>
          <a:xfrm flipH="1">
            <a:off x="1372450" y="1886100"/>
            <a:ext cx="3486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45" name="Google Shape;14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ctrTitle"/>
          </p:nvPr>
        </p:nvSpPr>
        <p:spPr>
          <a:xfrm>
            <a:off x="5225420" y="1852550"/>
            <a:ext cx="29652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21"/>
          <p:cNvSpPr txBox="1"/>
          <p:nvPr>
            <p:ph idx="1" type="subTitle"/>
          </p:nvPr>
        </p:nvSpPr>
        <p:spPr>
          <a:xfrm>
            <a:off x="5242550" y="2648825"/>
            <a:ext cx="2930700" cy="12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12650" y="344875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4838200" y="1496605"/>
            <a:ext cx="3242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2" name="Google Shape;152;p22"/>
          <p:cNvSpPr txBox="1"/>
          <p:nvPr>
            <p:ph idx="2" type="subTitle"/>
          </p:nvPr>
        </p:nvSpPr>
        <p:spPr>
          <a:xfrm>
            <a:off x="4838200" y="3792973"/>
            <a:ext cx="3242700" cy="7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3" name="Google Shape;153;p22"/>
          <p:cNvSpPr txBox="1"/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" name="Google Shape;154;p22"/>
          <p:cNvSpPr txBox="1"/>
          <p:nvPr>
            <p:ph idx="3" type="ctrTitle"/>
          </p:nvPr>
        </p:nvSpPr>
        <p:spPr>
          <a:xfrm>
            <a:off x="4838200" y="1336535"/>
            <a:ext cx="3242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" name="Google Shape;155;p22"/>
          <p:cNvSpPr txBox="1"/>
          <p:nvPr>
            <p:ph idx="4" type="ctrTitle"/>
          </p:nvPr>
        </p:nvSpPr>
        <p:spPr>
          <a:xfrm>
            <a:off x="4838200" y="3626911"/>
            <a:ext cx="3242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56" name="Google Shape;15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675" y="-5334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4675" y="354977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4226350" y="2752750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4226350" y="441872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 text 5">
  <p:cSld name="CUSTOM_4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" type="subTitle"/>
          </p:nvPr>
        </p:nvSpPr>
        <p:spPr>
          <a:xfrm>
            <a:off x="4390050" y="2938200"/>
            <a:ext cx="34050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2" name="Google Shape;162;p23"/>
          <p:cNvSpPr txBox="1"/>
          <p:nvPr>
            <p:ph type="ctrTitle"/>
          </p:nvPr>
        </p:nvSpPr>
        <p:spPr>
          <a:xfrm flipH="1">
            <a:off x="4114500" y="2004895"/>
            <a:ext cx="3956100" cy="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163" name="Google Shape;16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823501" y="-1143550"/>
            <a:ext cx="4655626" cy="42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11459" y="252380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3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24"/>
          <p:cNvSpPr txBox="1"/>
          <p:nvPr>
            <p:ph idx="2" type="ctrTitle"/>
          </p:nvPr>
        </p:nvSpPr>
        <p:spPr>
          <a:xfrm>
            <a:off x="2750155" y="1492066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8" name="Google Shape;168;p24"/>
          <p:cNvSpPr txBox="1"/>
          <p:nvPr>
            <p:ph idx="1" type="subTitle"/>
          </p:nvPr>
        </p:nvSpPr>
        <p:spPr>
          <a:xfrm>
            <a:off x="2750119" y="2192634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9" name="Google Shape;169;p24"/>
          <p:cNvSpPr txBox="1"/>
          <p:nvPr>
            <p:ph idx="3" type="ctrTitle"/>
          </p:nvPr>
        </p:nvSpPr>
        <p:spPr>
          <a:xfrm>
            <a:off x="4800201" y="149732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0" name="Google Shape;170;p24"/>
          <p:cNvSpPr txBox="1"/>
          <p:nvPr>
            <p:ph idx="4" type="subTitle"/>
          </p:nvPr>
        </p:nvSpPr>
        <p:spPr>
          <a:xfrm>
            <a:off x="4800165" y="2192634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24"/>
          <p:cNvSpPr txBox="1"/>
          <p:nvPr>
            <p:ph idx="5" type="ctrTitle"/>
          </p:nvPr>
        </p:nvSpPr>
        <p:spPr>
          <a:xfrm>
            <a:off x="3794948" y="3219050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2" name="Google Shape;172;p24"/>
          <p:cNvSpPr txBox="1"/>
          <p:nvPr>
            <p:ph idx="6" type="subTitle"/>
          </p:nvPr>
        </p:nvSpPr>
        <p:spPr>
          <a:xfrm>
            <a:off x="3753025" y="3910976"/>
            <a:ext cx="16539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173" name="Google Shape;17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 rot="5400000">
            <a:off x="2534502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 rot="5400000">
            <a:off x="3566117" y="2781995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 rot="5400000">
            <a:off x="4584549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62630" y="2659235"/>
            <a:ext cx="2928524" cy="264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0" name="Google Shape;180;p25"/>
          <p:cNvSpPr txBox="1"/>
          <p:nvPr>
            <p:ph idx="2" type="ctrTitle"/>
          </p:nvPr>
        </p:nvSpPr>
        <p:spPr>
          <a:xfrm>
            <a:off x="3716190" y="206257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1" name="Google Shape;181;p25"/>
          <p:cNvSpPr txBox="1"/>
          <p:nvPr>
            <p:ph idx="1" type="subTitle"/>
          </p:nvPr>
        </p:nvSpPr>
        <p:spPr>
          <a:xfrm>
            <a:off x="3716190" y="2765019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ctrTitle"/>
          </p:nvPr>
        </p:nvSpPr>
        <p:spPr>
          <a:xfrm>
            <a:off x="5910940" y="2066326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3" name="Google Shape;183;p25"/>
          <p:cNvSpPr txBox="1"/>
          <p:nvPr>
            <p:ph idx="4" type="subTitle"/>
          </p:nvPr>
        </p:nvSpPr>
        <p:spPr>
          <a:xfrm>
            <a:off x="5910940" y="2866007"/>
            <a:ext cx="15702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5" type="ctrTitle"/>
          </p:nvPr>
        </p:nvSpPr>
        <p:spPr>
          <a:xfrm>
            <a:off x="1521440" y="206258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25"/>
          <p:cNvSpPr txBox="1"/>
          <p:nvPr>
            <p:ph idx="6" type="subTitle"/>
          </p:nvPr>
        </p:nvSpPr>
        <p:spPr>
          <a:xfrm>
            <a:off x="1479590" y="2765029"/>
            <a:ext cx="16539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138825" y="3806025"/>
            <a:ext cx="2957125" cy="266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/>
          <p:nvPr/>
        </p:nvSpPr>
        <p:spPr>
          <a:xfrm>
            <a:off x="56536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584314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345894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364839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12641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145370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7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" name="Google Shape;197;p26"/>
          <p:cNvSpPr txBox="1"/>
          <p:nvPr>
            <p:ph idx="2" type="ctrTitle"/>
          </p:nvPr>
        </p:nvSpPr>
        <p:spPr>
          <a:xfrm>
            <a:off x="3675800" y="1638900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26"/>
          <p:cNvSpPr txBox="1"/>
          <p:nvPr>
            <p:ph idx="1" type="subTitle"/>
          </p:nvPr>
        </p:nvSpPr>
        <p:spPr>
          <a:xfrm>
            <a:off x="3675813" y="2100350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9" name="Google Shape;199;p26"/>
          <p:cNvSpPr txBox="1"/>
          <p:nvPr>
            <p:ph idx="3" type="ctrTitle"/>
          </p:nvPr>
        </p:nvSpPr>
        <p:spPr>
          <a:xfrm>
            <a:off x="5921301" y="1628801"/>
            <a:ext cx="1818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6"/>
          <p:cNvSpPr txBox="1"/>
          <p:nvPr>
            <p:ph idx="4" type="subTitle"/>
          </p:nvPr>
        </p:nvSpPr>
        <p:spPr>
          <a:xfrm>
            <a:off x="5898455" y="2074101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6"/>
          <p:cNvSpPr txBox="1"/>
          <p:nvPr>
            <p:ph idx="5" type="ctrTitle"/>
          </p:nvPr>
        </p:nvSpPr>
        <p:spPr>
          <a:xfrm>
            <a:off x="1413972" y="1638900"/>
            <a:ext cx="1888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6"/>
          <p:cNvSpPr txBox="1"/>
          <p:nvPr>
            <p:ph idx="6" type="subTitle"/>
          </p:nvPr>
        </p:nvSpPr>
        <p:spPr>
          <a:xfrm>
            <a:off x="1416400" y="2100350"/>
            <a:ext cx="18831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03" name="Google Shape;20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 txBox="1"/>
          <p:nvPr>
            <p:ph idx="7" type="ctrTitle"/>
          </p:nvPr>
        </p:nvSpPr>
        <p:spPr>
          <a:xfrm>
            <a:off x="5920295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6" name="Google Shape;206;p26"/>
          <p:cNvSpPr txBox="1"/>
          <p:nvPr>
            <p:ph idx="8" type="subTitle"/>
          </p:nvPr>
        </p:nvSpPr>
        <p:spPr>
          <a:xfrm>
            <a:off x="5920252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6"/>
          <p:cNvSpPr txBox="1"/>
          <p:nvPr>
            <p:ph idx="9" type="ctrTitle"/>
          </p:nvPr>
        </p:nvSpPr>
        <p:spPr>
          <a:xfrm>
            <a:off x="1413969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8" name="Google Shape;208;p26"/>
          <p:cNvSpPr txBox="1"/>
          <p:nvPr>
            <p:ph idx="13" type="subTitle"/>
          </p:nvPr>
        </p:nvSpPr>
        <p:spPr>
          <a:xfrm>
            <a:off x="1413926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9" name="Google Shape;209;p26"/>
          <p:cNvSpPr txBox="1"/>
          <p:nvPr>
            <p:ph idx="14" type="ctrTitle"/>
          </p:nvPr>
        </p:nvSpPr>
        <p:spPr>
          <a:xfrm>
            <a:off x="3675843" y="3212913"/>
            <a:ext cx="18414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" name="Google Shape;210;p26"/>
          <p:cNvSpPr txBox="1"/>
          <p:nvPr>
            <p:ph idx="15" type="subTitle"/>
          </p:nvPr>
        </p:nvSpPr>
        <p:spPr>
          <a:xfrm>
            <a:off x="3675800" y="3658212"/>
            <a:ext cx="18414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1" name="Google Shape;211;p26"/>
          <p:cNvSpPr/>
          <p:nvPr/>
        </p:nvSpPr>
        <p:spPr>
          <a:xfrm>
            <a:off x="1366875" y="17058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36077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36077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58486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58486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1366875" y="32637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40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ctrTitle"/>
          </p:nvPr>
        </p:nvSpPr>
        <p:spPr>
          <a:xfrm>
            <a:off x="1242600" y="183097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9" name="Google Shape;219;p27"/>
          <p:cNvSpPr txBox="1"/>
          <p:nvPr>
            <p:ph idx="1" type="subTitle"/>
          </p:nvPr>
        </p:nvSpPr>
        <p:spPr>
          <a:xfrm>
            <a:off x="3106675" y="2632418"/>
            <a:ext cx="2930700" cy="12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220" name="Google Shape;220;p27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1" name="Google Shape;22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" y="-96213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2668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1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5" name="Google Shape;225;p28"/>
          <p:cNvSpPr txBox="1"/>
          <p:nvPr>
            <p:ph idx="1" type="subTitle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226" name="Google Shape;226;p28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7" name="Google Shape;22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0" y="21349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5" y="-200131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12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ctrTitle"/>
          </p:nvPr>
        </p:nvSpPr>
        <p:spPr>
          <a:xfrm>
            <a:off x="1250675" y="2994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31" name="Google Shape;231;p29"/>
          <p:cNvSpPr txBox="1"/>
          <p:nvPr>
            <p:ph idx="1" type="subTitle"/>
          </p:nvPr>
        </p:nvSpPr>
        <p:spPr>
          <a:xfrm>
            <a:off x="3114750" y="36310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232" name="Google Shape;23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6" y="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0" y="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4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457200" y="453668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6" name="Google Shape;23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>
            <p:ph idx="1" type="subTitle"/>
          </p:nvPr>
        </p:nvSpPr>
        <p:spPr>
          <a:xfrm>
            <a:off x="1638300" y="3524733"/>
            <a:ext cx="13812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2" type="subTitle"/>
          </p:nvPr>
        </p:nvSpPr>
        <p:spPr>
          <a:xfrm>
            <a:off x="3104700" y="3514233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3" type="subTitle"/>
          </p:nvPr>
        </p:nvSpPr>
        <p:spPr>
          <a:xfrm>
            <a:off x="4571100" y="3511408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4" type="subTitle"/>
          </p:nvPr>
        </p:nvSpPr>
        <p:spPr>
          <a:xfrm>
            <a:off x="6023400" y="3529870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idx="5" type="subTitle"/>
          </p:nvPr>
        </p:nvSpPr>
        <p:spPr>
          <a:xfrm>
            <a:off x="1638300" y="3196233"/>
            <a:ext cx="1397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6" type="subTitle"/>
          </p:nvPr>
        </p:nvSpPr>
        <p:spPr>
          <a:xfrm>
            <a:off x="3104700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7" type="subTitle"/>
          </p:nvPr>
        </p:nvSpPr>
        <p:spPr>
          <a:xfrm>
            <a:off x="4571999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8" type="subTitle"/>
          </p:nvPr>
        </p:nvSpPr>
        <p:spPr>
          <a:xfrm>
            <a:off x="6037498" y="3196233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45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47" name="Google Shape;24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/>
          <p:nvPr>
            <p:ph idx="1" type="subTitle"/>
          </p:nvPr>
        </p:nvSpPr>
        <p:spPr>
          <a:xfrm>
            <a:off x="540000" y="3527280"/>
            <a:ext cx="13812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2" type="subTitle"/>
          </p:nvPr>
        </p:nvSpPr>
        <p:spPr>
          <a:xfrm>
            <a:off x="2741438" y="2077288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3" type="subTitle"/>
          </p:nvPr>
        </p:nvSpPr>
        <p:spPr>
          <a:xfrm>
            <a:off x="5033512" y="3516526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4" type="subTitle"/>
          </p:nvPr>
        </p:nvSpPr>
        <p:spPr>
          <a:xfrm>
            <a:off x="7214825" y="2077856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1"/>
          <p:cNvSpPr txBox="1"/>
          <p:nvPr>
            <p:ph idx="5" type="subTitle"/>
          </p:nvPr>
        </p:nvSpPr>
        <p:spPr>
          <a:xfrm>
            <a:off x="532050" y="3198780"/>
            <a:ext cx="1397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4" name="Google Shape;254;p31"/>
          <p:cNvSpPr txBox="1"/>
          <p:nvPr>
            <p:ph idx="6" type="subTitle"/>
          </p:nvPr>
        </p:nvSpPr>
        <p:spPr>
          <a:xfrm>
            <a:off x="2749388" y="17592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5" name="Google Shape;255;p31"/>
          <p:cNvSpPr txBox="1"/>
          <p:nvPr>
            <p:ph idx="7" type="subTitle"/>
          </p:nvPr>
        </p:nvSpPr>
        <p:spPr>
          <a:xfrm>
            <a:off x="5033512" y="3201351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6" name="Google Shape;256;p31"/>
          <p:cNvSpPr txBox="1"/>
          <p:nvPr>
            <p:ph idx="8" type="subTitle"/>
          </p:nvPr>
        </p:nvSpPr>
        <p:spPr>
          <a:xfrm>
            <a:off x="7222775" y="1765255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7" name="Google Shape;257;p31"/>
          <p:cNvSpPr/>
          <p:nvPr/>
        </p:nvSpPr>
        <p:spPr>
          <a:xfrm>
            <a:off x="2774288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5058412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7247675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564900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46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63" name="Google Shape;2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/>
          <p:nvPr>
            <p:ph idx="1" type="subTitle"/>
          </p:nvPr>
        </p:nvSpPr>
        <p:spPr>
          <a:xfrm>
            <a:off x="871700" y="2932300"/>
            <a:ext cx="13656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2"/>
          <p:cNvSpPr txBox="1"/>
          <p:nvPr>
            <p:ph idx="2" type="subTitle"/>
          </p:nvPr>
        </p:nvSpPr>
        <p:spPr>
          <a:xfrm>
            <a:off x="2957400" y="2914675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2"/>
          <p:cNvSpPr txBox="1"/>
          <p:nvPr>
            <p:ph idx="3" type="subTitle"/>
          </p:nvPr>
        </p:nvSpPr>
        <p:spPr>
          <a:xfrm>
            <a:off x="5026550" y="2911563"/>
            <a:ext cx="13812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2"/>
          <p:cNvSpPr txBox="1"/>
          <p:nvPr>
            <p:ph idx="4" type="subTitle"/>
          </p:nvPr>
        </p:nvSpPr>
        <p:spPr>
          <a:xfrm>
            <a:off x="7080700" y="2906381"/>
            <a:ext cx="13971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2"/>
          <p:cNvSpPr txBox="1"/>
          <p:nvPr>
            <p:ph idx="5" type="subTitle"/>
          </p:nvPr>
        </p:nvSpPr>
        <p:spPr>
          <a:xfrm>
            <a:off x="871700" y="2603800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0" name="Google Shape;270;p32"/>
          <p:cNvSpPr txBox="1"/>
          <p:nvPr>
            <p:ph idx="6" type="subTitle"/>
          </p:nvPr>
        </p:nvSpPr>
        <p:spPr>
          <a:xfrm>
            <a:off x="2957400" y="2596675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1" name="Google Shape;271;p32"/>
          <p:cNvSpPr txBox="1"/>
          <p:nvPr>
            <p:ph idx="7" type="subTitle"/>
          </p:nvPr>
        </p:nvSpPr>
        <p:spPr>
          <a:xfrm>
            <a:off x="5027449" y="25963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2" name="Google Shape;272;p32"/>
          <p:cNvSpPr txBox="1"/>
          <p:nvPr>
            <p:ph idx="8" type="subTitle"/>
          </p:nvPr>
        </p:nvSpPr>
        <p:spPr>
          <a:xfrm>
            <a:off x="7094798" y="2593780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73" name="Google Shape;273;p32"/>
          <p:cNvSpPr/>
          <p:nvPr/>
        </p:nvSpPr>
        <p:spPr>
          <a:xfrm>
            <a:off x="4824854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676400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/>
          <p:nvPr/>
        </p:nvSpPr>
        <p:spPr>
          <a:xfrm>
            <a:off x="2762097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6885386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457200" y="166902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2548551" y="167175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4618345" y="1663035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6684933" y="1667766"/>
            <a:ext cx="767128" cy="663708"/>
          </a:xfrm>
          <a:custGeom>
            <a:rect b="b" l="l" r="r" t="t"/>
            <a:pathLst>
              <a:path extrusionOk="0" h="27692" w="32007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4">
  <p:cSld name="CUSTOM_47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5" name="Google Shape;285;p33"/>
          <p:cNvSpPr txBox="1"/>
          <p:nvPr>
            <p:ph idx="1" type="subTitle"/>
          </p:nvPr>
        </p:nvSpPr>
        <p:spPr>
          <a:xfrm>
            <a:off x="905500" y="2764675"/>
            <a:ext cx="1438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idx="2" type="subTitle"/>
          </p:nvPr>
        </p:nvSpPr>
        <p:spPr>
          <a:xfrm>
            <a:off x="2896725" y="2761596"/>
            <a:ext cx="1397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3"/>
          <p:cNvSpPr txBox="1"/>
          <p:nvPr>
            <p:ph idx="3" type="subTitle"/>
          </p:nvPr>
        </p:nvSpPr>
        <p:spPr>
          <a:xfrm>
            <a:off x="4879150" y="2761049"/>
            <a:ext cx="1381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3"/>
          <p:cNvSpPr txBox="1"/>
          <p:nvPr>
            <p:ph idx="4" type="subTitle"/>
          </p:nvPr>
        </p:nvSpPr>
        <p:spPr>
          <a:xfrm>
            <a:off x="6833675" y="2760900"/>
            <a:ext cx="1397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3"/>
          <p:cNvSpPr txBox="1"/>
          <p:nvPr>
            <p:ph idx="5" type="subTitle"/>
          </p:nvPr>
        </p:nvSpPr>
        <p:spPr>
          <a:xfrm>
            <a:off x="926600" y="2449250"/>
            <a:ext cx="1438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0" name="Google Shape;290;p33"/>
          <p:cNvSpPr txBox="1"/>
          <p:nvPr>
            <p:ph idx="6" type="subTitle"/>
          </p:nvPr>
        </p:nvSpPr>
        <p:spPr>
          <a:xfrm>
            <a:off x="2896724" y="2443588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1" name="Google Shape;291;p33"/>
          <p:cNvSpPr txBox="1"/>
          <p:nvPr>
            <p:ph idx="7" type="subTitle"/>
          </p:nvPr>
        </p:nvSpPr>
        <p:spPr>
          <a:xfrm>
            <a:off x="4880055" y="2445872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92" name="Google Shape;292;p33"/>
          <p:cNvSpPr txBox="1"/>
          <p:nvPr>
            <p:ph idx="8" type="subTitle"/>
          </p:nvPr>
        </p:nvSpPr>
        <p:spPr>
          <a:xfrm>
            <a:off x="6847773" y="2448299"/>
            <a:ext cx="1381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48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/>
          <p:nvPr>
            <p:ph type="ctrTitle"/>
          </p:nvPr>
        </p:nvSpPr>
        <p:spPr>
          <a:xfrm flipH="1">
            <a:off x="540000" y="448619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295" name="Google Shape;2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/>
          <p:nvPr>
            <p:ph idx="1" type="subTitle"/>
          </p:nvPr>
        </p:nvSpPr>
        <p:spPr>
          <a:xfrm>
            <a:off x="1526019" y="2570265"/>
            <a:ext cx="1812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4"/>
          <p:cNvSpPr txBox="1"/>
          <p:nvPr>
            <p:ph idx="2" type="subTitle"/>
          </p:nvPr>
        </p:nvSpPr>
        <p:spPr>
          <a:xfrm>
            <a:off x="3635401" y="2570272"/>
            <a:ext cx="1873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4"/>
          <p:cNvSpPr txBox="1"/>
          <p:nvPr>
            <p:ph idx="3" type="subTitle"/>
          </p:nvPr>
        </p:nvSpPr>
        <p:spPr>
          <a:xfrm>
            <a:off x="5797968" y="2559605"/>
            <a:ext cx="1850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4"/>
          <p:cNvSpPr txBox="1"/>
          <p:nvPr>
            <p:ph idx="4" type="subTitle"/>
          </p:nvPr>
        </p:nvSpPr>
        <p:spPr>
          <a:xfrm>
            <a:off x="1526019" y="3166668"/>
            <a:ext cx="18129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00" name="Google Shape;300;p34"/>
          <p:cNvSpPr txBox="1"/>
          <p:nvPr>
            <p:ph idx="5" type="subTitle"/>
          </p:nvPr>
        </p:nvSpPr>
        <p:spPr>
          <a:xfrm>
            <a:off x="3646051" y="3166668"/>
            <a:ext cx="18519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01" name="Google Shape;301;p34"/>
          <p:cNvSpPr txBox="1"/>
          <p:nvPr>
            <p:ph idx="6" type="subTitle"/>
          </p:nvPr>
        </p:nvSpPr>
        <p:spPr>
          <a:xfrm>
            <a:off x="5797968" y="3170098"/>
            <a:ext cx="1850700" cy="4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02" name="Google Shape;302;p34"/>
          <p:cNvSpPr/>
          <p:nvPr/>
        </p:nvSpPr>
        <p:spPr>
          <a:xfrm rot="5400000">
            <a:off x="10770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4"/>
          <p:cNvSpPr/>
          <p:nvPr/>
        </p:nvSpPr>
        <p:spPr>
          <a:xfrm rot="5400000">
            <a:off x="321671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4"/>
          <p:cNvSpPr/>
          <p:nvPr/>
        </p:nvSpPr>
        <p:spPr>
          <a:xfrm rot="5400000">
            <a:off x="53563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49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4693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4681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5"/>
          <p:cNvSpPr txBox="1"/>
          <p:nvPr>
            <p:ph type="ctrTitle"/>
          </p:nvPr>
        </p:nvSpPr>
        <p:spPr>
          <a:xfrm flipH="1">
            <a:off x="457200" y="4522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9" name="Google Shape;309;p35"/>
          <p:cNvSpPr txBox="1"/>
          <p:nvPr>
            <p:ph idx="1" type="subTitle"/>
          </p:nvPr>
        </p:nvSpPr>
        <p:spPr>
          <a:xfrm>
            <a:off x="560206" y="2951258"/>
            <a:ext cx="2386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5"/>
          <p:cNvSpPr txBox="1"/>
          <p:nvPr>
            <p:ph idx="2" type="subTitle"/>
          </p:nvPr>
        </p:nvSpPr>
        <p:spPr>
          <a:xfrm>
            <a:off x="3390622" y="2951265"/>
            <a:ext cx="23805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5"/>
          <p:cNvSpPr txBox="1"/>
          <p:nvPr>
            <p:ph idx="3" type="subTitle"/>
          </p:nvPr>
        </p:nvSpPr>
        <p:spPr>
          <a:xfrm>
            <a:off x="6232531" y="2953683"/>
            <a:ext cx="2367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5"/>
          <p:cNvSpPr txBox="1"/>
          <p:nvPr>
            <p:ph idx="4" type="subTitle"/>
          </p:nvPr>
        </p:nvSpPr>
        <p:spPr>
          <a:xfrm>
            <a:off x="560200" y="3571274"/>
            <a:ext cx="23865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3" name="Google Shape;313;p35"/>
          <p:cNvSpPr txBox="1"/>
          <p:nvPr>
            <p:ph idx="5" type="subTitle"/>
          </p:nvPr>
        </p:nvSpPr>
        <p:spPr>
          <a:xfrm>
            <a:off x="3404151" y="3571274"/>
            <a:ext cx="2353500" cy="3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4" name="Google Shape;314;p35"/>
          <p:cNvSpPr txBox="1"/>
          <p:nvPr>
            <p:ph idx="6" type="subTitle"/>
          </p:nvPr>
        </p:nvSpPr>
        <p:spPr>
          <a:xfrm>
            <a:off x="6232531" y="3561605"/>
            <a:ext cx="236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5" name="Google Shape;315;p35"/>
          <p:cNvSpPr txBox="1"/>
          <p:nvPr>
            <p:ph idx="7" type="subTitle"/>
          </p:nvPr>
        </p:nvSpPr>
        <p:spPr>
          <a:xfrm>
            <a:off x="540000" y="2580087"/>
            <a:ext cx="2386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6" name="Google Shape;316;p35"/>
          <p:cNvSpPr txBox="1"/>
          <p:nvPr>
            <p:ph idx="8" type="subTitle"/>
          </p:nvPr>
        </p:nvSpPr>
        <p:spPr>
          <a:xfrm>
            <a:off x="3384649" y="2580087"/>
            <a:ext cx="2353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7" name="Google Shape;317;p35"/>
          <p:cNvSpPr txBox="1"/>
          <p:nvPr>
            <p:ph idx="9" type="subTitle"/>
          </p:nvPr>
        </p:nvSpPr>
        <p:spPr>
          <a:xfrm>
            <a:off x="6212900" y="2583512"/>
            <a:ext cx="2367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18" name="Google Shape;318;p35"/>
          <p:cNvSpPr/>
          <p:nvPr/>
        </p:nvSpPr>
        <p:spPr>
          <a:xfrm>
            <a:off x="61200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3291900" y="2551782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4638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5"/>
          <p:cNvSpPr txBox="1"/>
          <p:nvPr/>
        </p:nvSpPr>
        <p:spPr>
          <a:xfrm>
            <a:off x="6123563" y="3619448"/>
            <a:ext cx="2553300" cy="34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2" name="Google Shape;322;p35"/>
          <p:cNvSpPr txBox="1"/>
          <p:nvPr/>
        </p:nvSpPr>
        <p:spPr>
          <a:xfrm>
            <a:off x="467363" y="3619448"/>
            <a:ext cx="2553300" cy="345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3" name="Google Shape;323;p35"/>
          <p:cNvSpPr txBox="1"/>
          <p:nvPr/>
        </p:nvSpPr>
        <p:spPr>
          <a:xfrm>
            <a:off x="3295463" y="3619454"/>
            <a:ext cx="2553300" cy="3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67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3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26" name="Google Shape;32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4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>
            <p:ph type="ctrTitle"/>
          </p:nvPr>
        </p:nvSpPr>
        <p:spPr>
          <a:xfrm flipH="1">
            <a:off x="457200" y="44438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30" name="Google Shape;33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3169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3157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/>
          <p:nvPr>
            <p:ph type="ctrTitle"/>
          </p:nvPr>
        </p:nvSpPr>
        <p:spPr>
          <a:xfrm flipH="1">
            <a:off x="540000" y="441718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5">
  <p:cSld name="CUSTOM_50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39"/>
          <p:cNvSpPr txBox="1"/>
          <p:nvPr>
            <p:ph idx="1" type="subTitle"/>
          </p:nvPr>
        </p:nvSpPr>
        <p:spPr>
          <a:xfrm>
            <a:off x="1203833" y="2719326"/>
            <a:ext cx="2240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39"/>
          <p:cNvSpPr txBox="1"/>
          <p:nvPr>
            <p:ph idx="2" type="subTitle"/>
          </p:nvPr>
        </p:nvSpPr>
        <p:spPr>
          <a:xfrm>
            <a:off x="4766489" y="3583682"/>
            <a:ext cx="2299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3" type="subTitle"/>
          </p:nvPr>
        </p:nvSpPr>
        <p:spPr>
          <a:xfrm>
            <a:off x="4772499" y="1802770"/>
            <a:ext cx="22992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39"/>
          <p:cNvSpPr txBox="1"/>
          <p:nvPr>
            <p:ph idx="4" type="subTitle"/>
          </p:nvPr>
        </p:nvSpPr>
        <p:spPr>
          <a:xfrm>
            <a:off x="1203833" y="2196338"/>
            <a:ext cx="2240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2" name="Google Shape;342;p39"/>
          <p:cNvSpPr txBox="1"/>
          <p:nvPr>
            <p:ph idx="5" type="subTitle"/>
          </p:nvPr>
        </p:nvSpPr>
        <p:spPr>
          <a:xfrm>
            <a:off x="4798042" y="3079150"/>
            <a:ext cx="2273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6" type="subTitle"/>
          </p:nvPr>
        </p:nvSpPr>
        <p:spPr>
          <a:xfrm>
            <a:off x="4772499" y="1272083"/>
            <a:ext cx="2299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6">
  <p:cSld name="CUSTOM_5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/>
          <p:nvPr>
            <p:ph type="ctrTitle"/>
          </p:nvPr>
        </p:nvSpPr>
        <p:spPr>
          <a:xfrm flipH="1">
            <a:off x="457200" y="43704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46" name="Google Shape;3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540059" y="-58607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96724" y="-59024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 txBox="1"/>
          <p:nvPr>
            <p:ph idx="1" type="subTitle"/>
          </p:nvPr>
        </p:nvSpPr>
        <p:spPr>
          <a:xfrm>
            <a:off x="672350" y="1887930"/>
            <a:ext cx="1956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40"/>
          <p:cNvSpPr txBox="1"/>
          <p:nvPr>
            <p:ph idx="2" type="subTitle"/>
          </p:nvPr>
        </p:nvSpPr>
        <p:spPr>
          <a:xfrm>
            <a:off x="3580500" y="3409864"/>
            <a:ext cx="19566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0"/>
          <p:cNvSpPr txBox="1"/>
          <p:nvPr>
            <p:ph idx="3" type="subTitle"/>
          </p:nvPr>
        </p:nvSpPr>
        <p:spPr>
          <a:xfrm>
            <a:off x="6515100" y="1895625"/>
            <a:ext cx="1934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0"/>
          <p:cNvSpPr txBox="1"/>
          <p:nvPr>
            <p:ph idx="4" type="subTitle"/>
          </p:nvPr>
        </p:nvSpPr>
        <p:spPr>
          <a:xfrm>
            <a:off x="683450" y="1561974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54" name="Google Shape;354;p40"/>
          <p:cNvSpPr txBox="1"/>
          <p:nvPr>
            <p:ph idx="5" type="subTitle"/>
          </p:nvPr>
        </p:nvSpPr>
        <p:spPr>
          <a:xfrm>
            <a:off x="3591600" y="3070826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6" type="subTitle"/>
          </p:nvPr>
        </p:nvSpPr>
        <p:spPr>
          <a:xfrm>
            <a:off x="6515100" y="1561974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7">
  <p:cSld name="CUSTOM_52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/>
          <p:nvPr>
            <p:ph type="ctrTitle"/>
          </p:nvPr>
        </p:nvSpPr>
        <p:spPr>
          <a:xfrm flipH="1">
            <a:off x="457200" y="437050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58" name="Google Shape;35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1"/>
          <p:cNvSpPr txBox="1"/>
          <p:nvPr>
            <p:ph idx="1" type="subTitle"/>
          </p:nvPr>
        </p:nvSpPr>
        <p:spPr>
          <a:xfrm>
            <a:off x="1700600" y="2921393"/>
            <a:ext cx="1395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1"/>
          <p:cNvSpPr txBox="1"/>
          <p:nvPr>
            <p:ph idx="2" type="subTitle"/>
          </p:nvPr>
        </p:nvSpPr>
        <p:spPr>
          <a:xfrm>
            <a:off x="1553500" y="2529762"/>
            <a:ext cx="16431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1" name="Google Shape;361;p41"/>
          <p:cNvSpPr txBox="1"/>
          <p:nvPr>
            <p:ph idx="3" type="subTitle"/>
          </p:nvPr>
        </p:nvSpPr>
        <p:spPr>
          <a:xfrm>
            <a:off x="1691000" y="2027255"/>
            <a:ext cx="13953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2" name="Google Shape;362;p41"/>
          <p:cNvSpPr txBox="1"/>
          <p:nvPr>
            <p:ph idx="4" type="subTitle"/>
          </p:nvPr>
        </p:nvSpPr>
        <p:spPr>
          <a:xfrm>
            <a:off x="5929000" y="2926550"/>
            <a:ext cx="16431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41"/>
          <p:cNvSpPr txBox="1"/>
          <p:nvPr>
            <p:ph idx="5" type="subTitle"/>
          </p:nvPr>
        </p:nvSpPr>
        <p:spPr>
          <a:xfrm>
            <a:off x="5905750" y="2518950"/>
            <a:ext cx="16896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4" name="Google Shape;364;p41"/>
          <p:cNvSpPr txBox="1"/>
          <p:nvPr>
            <p:ph idx="6" type="subTitle"/>
          </p:nvPr>
        </p:nvSpPr>
        <p:spPr>
          <a:xfrm>
            <a:off x="6001300" y="2032688"/>
            <a:ext cx="14985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5" name="Google Shape;365;p41"/>
          <p:cNvSpPr txBox="1"/>
          <p:nvPr>
            <p:ph idx="7" type="subTitle"/>
          </p:nvPr>
        </p:nvSpPr>
        <p:spPr>
          <a:xfrm>
            <a:off x="3768500" y="3407943"/>
            <a:ext cx="1606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41"/>
          <p:cNvSpPr txBox="1"/>
          <p:nvPr>
            <p:ph idx="8" type="subTitle"/>
          </p:nvPr>
        </p:nvSpPr>
        <p:spPr>
          <a:xfrm>
            <a:off x="3604790" y="3039918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7" name="Google Shape;367;p41"/>
          <p:cNvSpPr txBox="1"/>
          <p:nvPr>
            <p:ph idx="9" type="subTitle"/>
          </p:nvPr>
        </p:nvSpPr>
        <p:spPr>
          <a:xfrm>
            <a:off x="3604790" y="2529480"/>
            <a:ext cx="1934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8" name="Google Shape;368;p41"/>
          <p:cNvSpPr/>
          <p:nvPr/>
        </p:nvSpPr>
        <p:spPr>
          <a:xfrm>
            <a:off x="3577850" y="1722475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565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13994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1" name="Google Shape;3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125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8">
  <p:cSld name="CUSTOM_54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/>
          <p:nvPr>
            <p:ph idx="1" type="subTitle"/>
          </p:nvPr>
        </p:nvSpPr>
        <p:spPr>
          <a:xfrm>
            <a:off x="974900" y="3744804"/>
            <a:ext cx="21570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2"/>
          <p:cNvSpPr txBox="1"/>
          <p:nvPr>
            <p:ph idx="2" type="subTitle"/>
          </p:nvPr>
        </p:nvSpPr>
        <p:spPr>
          <a:xfrm>
            <a:off x="3554325" y="3744826"/>
            <a:ext cx="2144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42"/>
          <p:cNvSpPr txBox="1"/>
          <p:nvPr>
            <p:ph idx="3" type="subTitle"/>
          </p:nvPr>
        </p:nvSpPr>
        <p:spPr>
          <a:xfrm>
            <a:off x="6002400" y="3747226"/>
            <a:ext cx="2144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2"/>
          <p:cNvSpPr txBox="1"/>
          <p:nvPr>
            <p:ph idx="4" type="subTitle"/>
          </p:nvPr>
        </p:nvSpPr>
        <p:spPr>
          <a:xfrm>
            <a:off x="965900" y="3428412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77" name="Google Shape;377;p42"/>
          <p:cNvSpPr txBox="1"/>
          <p:nvPr>
            <p:ph idx="5" type="subTitle"/>
          </p:nvPr>
        </p:nvSpPr>
        <p:spPr>
          <a:xfrm>
            <a:off x="3566479" y="3439312"/>
            <a:ext cx="21447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78" name="Google Shape;378;p42"/>
          <p:cNvSpPr txBox="1"/>
          <p:nvPr>
            <p:ph idx="6" type="subTitle"/>
          </p:nvPr>
        </p:nvSpPr>
        <p:spPr>
          <a:xfrm>
            <a:off x="5987250" y="3439300"/>
            <a:ext cx="21750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pic>
        <p:nvPicPr>
          <p:cNvPr id="379" name="Google Shape;37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2"/>
          <p:cNvSpPr txBox="1"/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4">
  <p:cSld name="CUSTOM_17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3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387" name="Google Shape;38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8926" y="4150897"/>
            <a:ext cx="1414025" cy="1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67964" y="4293802"/>
            <a:ext cx="1414025" cy="12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8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-38650"/>
            <a:ext cx="3300524" cy="29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843475" y="0"/>
            <a:ext cx="3300524" cy="29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4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6">
  <p:cSld name="CUSTOM_19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71524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72867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5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5">
  <p:cSld name="CUSTOM_23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4" name="Google Shape;404;p46"/>
          <p:cNvSpPr txBox="1"/>
          <p:nvPr>
            <p:ph idx="2" type="ctrTitle"/>
          </p:nvPr>
        </p:nvSpPr>
        <p:spPr>
          <a:xfrm>
            <a:off x="1690457" y="1900424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5" name="Google Shape;405;p46"/>
          <p:cNvSpPr txBox="1"/>
          <p:nvPr>
            <p:ph idx="1" type="subTitle"/>
          </p:nvPr>
        </p:nvSpPr>
        <p:spPr>
          <a:xfrm>
            <a:off x="20518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6" name="Google Shape;406;p46"/>
          <p:cNvSpPr txBox="1"/>
          <p:nvPr>
            <p:ph idx="3" type="ctrTitle"/>
          </p:nvPr>
        </p:nvSpPr>
        <p:spPr>
          <a:xfrm>
            <a:off x="1690457" y="340500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7" name="Google Shape;407;p46"/>
          <p:cNvSpPr txBox="1"/>
          <p:nvPr>
            <p:ph idx="4" type="subTitle"/>
          </p:nvPr>
        </p:nvSpPr>
        <p:spPr>
          <a:xfrm>
            <a:off x="20518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8" name="Google Shape;408;p46"/>
          <p:cNvSpPr txBox="1"/>
          <p:nvPr>
            <p:ph idx="5" type="ctrTitle"/>
          </p:nvPr>
        </p:nvSpPr>
        <p:spPr>
          <a:xfrm>
            <a:off x="4824357" y="1900424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6"/>
          <p:cNvSpPr txBox="1"/>
          <p:nvPr>
            <p:ph idx="6" type="subTitle"/>
          </p:nvPr>
        </p:nvSpPr>
        <p:spPr>
          <a:xfrm>
            <a:off x="51857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0" name="Google Shape;410;p46"/>
          <p:cNvSpPr txBox="1"/>
          <p:nvPr>
            <p:ph idx="7" type="ctrTitle"/>
          </p:nvPr>
        </p:nvSpPr>
        <p:spPr>
          <a:xfrm>
            <a:off x="4824357" y="340500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1" name="Google Shape;411;p46"/>
          <p:cNvSpPr txBox="1"/>
          <p:nvPr>
            <p:ph idx="8" type="subTitle"/>
          </p:nvPr>
        </p:nvSpPr>
        <p:spPr>
          <a:xfrm>
            <a:off x="51857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412" name="Google Shape;412;p46"/>
          <p:cNvCxnSpPr/>
          <p:nvPr/>
        </p:nvCxnSpPr>
        <p:spPr>
          <a:xfrm>
            <a:off x="2273400" y="2110663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2273400" y="3627438"/>
            <a:ext cx="4597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4" name="Google Shape;41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5400000">
            <a:off x="6941050" y="-57604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34550" y="-57638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44075" y="3612343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5400000">
            <a:off x="6931525" y="3621493"/>
            <a:ext cx="2754276" cy="24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6">
  <p:cSld name="CUSTOM_24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7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47"/>
          <p:cNvSpPr txBox="1"/>
          <p:nvPr>
            <p:ph idx="2" type="ctrTitle"/>
          </p:nvPr>
        </p:nvSpPr>
        <p:spPr>
          <a:xfrm>
            <a:off x="229439" y="237600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1" name="Google Shape;421;p47"/>
          <p:cNvSpPr txBox="1"/>
          <p:nvPr>
            <p:ph idx="1" type="subTitle"/>
          </p:nvPr>
        </p:nvSpPr>
        <p:spPr>
          <a:xfrm>
            <a:off x="590789" y="283747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2" name="Google Shape;422;p47"/>
          <p:cNvSpPr txBox="1"/>
          <p:nvPr>
            <p:ph idx="3" type="ctrTitle"/>
          </p:nvPr>
        </p:nvSpPr>
        <p:spPr>
          <a:xfrm>
            <a:off x="2243273" y="238110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3" name="Google Shape;423;p47"/>
          <p:cNvSpPr txBox="1"/>
          <p:nvPr>
            <p:ph idx="4" type="subTitle"/>
          </p:nvPr>
        </p:nvSpPr>
        <p:spPr>
          <a:xfrm>
            <a:off x="2604623" y="284257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4" name="Google Shape;424;p47"/>
          <p:cNvSpPr txBox="1"/>
          <p:nvPr>
            <p:ph idx="5" type="ctrTitle"/>
          </p:nvPr>
        </p:nvSpPr>
        <p:spPr>
          <a:xfrm>
            <a:off x="4285903" y="23865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7"/>
          <p:cNvSpPr txBox="1"/>
          <p:nvPr>
            <p:ph idx="6" type="subTitle"/>
          </p:nvPr>
        </p:nvSpPr>
        <p:spPr>
          <a:xfrm>
            <a:off x="4647253" y="2847969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26" name="Google Shape;426;p47"/>
          <p:cNvSpPr txBox="1"/>
          <p:nvPr>
            <p:ph idx="7" type="ctrTitle"/>
          </p:nvPr>
        </p:nvSpPr>
        <p:spPr>
          <a:xfrm>
            <a:off x="6290426" y="239160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7" name="Google Shape;427;p47"/>
          <p:cNvSpPr txBox="1"/>
          <p:nvPr>
            <p:ph idx="8" type="subTitle"/>
          </p:nvPr>
        </p:nvSpPr>
        <p:spPr>
          <a:xfrm>
            <a:off x="6651776" y="2853069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28" name="Google Shape;42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7"/>
          <p:cNvSpPr/>
          <p:nvPr/>
        </p:nvSpPr>
        <p:spPr>
          <a:xfrm>
            <a:off x="5173671" y="1733509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7"/>
          <p:cNvSpPr/>
          <p:nvPr/>
        </p:nvSpPr>
        <p:spPr>
          <a:xfrm>
            <a:off x="3131041" y="1723025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7"/>
          <p:cNvSpPr/>
          <p:nvPr/>
        </p:nvSpPr>
        <p:spPr>
          <a:xfrm>
            <a:off x="7178193" y="1733522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7"/>
          <p:cNvSpPr/>
          <p:nvPr/>
        </p:nvSpPr>
        <p:spPr>
          <a:xfrm>
            <a:off x="1117206" y="1723013"/>
            <a:ext cx="853640" cy="738728"/>
          </a:xfrm>
          <a:custGeom>
            <a:rect b="b" l="l" r="r" t="t"/>
            <a:pathLst>
              <a:path extrusionOk="0" h="8508" w="9834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5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 txBox="1"/>
          <p:nvPr>
            <p:ph type="ctrTitle"/>
          </p:nvPr>
        </p:nvSpPr>
        <p:spPr>
          <a:xfrm flipH="1">
            <a:off x="540000" y="452026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8" name="Google Shape;438;p48"/>
          <p:cNvSpPr txBox="1"/>
          <p:nvPr>
            <p:ph idx="1" type="subTitle"/>
          </p:nvPr>
        </p:nvSpPr>
        <p:spPr>
          <a:xfrm>
            <a:off x="772100" y="1791299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39" name="Google Shape;43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8"/>
          <p:cNvSpPr txBox="1"/>
          <p:nvPr>
            <p:ph hasCustomPrompt="1" idx="2" type="title"/>
          </p:nvPr>
        </p:nvSpPr>
        <p:spPr>
          <a:xfrm>
            <a:off x="772100" y="1481125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48"/>
          <p:cNvSpPr txBox="1"/>
          <p:nvPr>
            <p:ph idx="3" type="subTitle"/>
          </p:nvPr>
        </p:nvSpPr>
        <p:spPr>
          <a:xfrm>
            <a:off x="763375" y="2854584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5" name="Google Shape;445;p48"/>
          <p:cNvSpPr txBox="1"/>
          <p:nvPr>
            <p:ph hasCustomPrompt="1" idx="4" type="title"/>
          </p:nvPr>
        </p:nvSpPr>
        <p:spPr>
          <a:xfrm>
            <a:off x="763375" y="2549389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48"/>
          <p:cNvSpPr txBox="1"/>
          <p:nvPr>
            <p:ph idx="5" type="subTitle"/>
          </p:nvPr>
        </p:nvSpPr>
        <p:spPr>
          <a:xfrm>
            <a:off x="6369350" y="1791299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7" name="Google Shape;447;p48"/>
          <p:cNvSpPr txBox="1"/>
          <p:nvPr>
            <p:ph hasCustomPrompt="1" idx="6" type="title"/>
          </p:nvPr>
        </p:nvSpPr>
        <p:spPr>
          <a:xfrm>
            <a:off x="6369300" y="1481125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8" name="Google Shape;448;p48"/>
          <p:cNvSpPr txBox="1"/>
          <p:nvPr>
            <p:ph idx="7" type="subTitle"/>
          </p:nvPr>
        </p:nvSpPr>
        <p:spPr>
          <a:xfrm>
            <a:off x="6369300" y="2849652"/>
            <a:ext cx="20136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48"/>
          <p:cNvSpPr txBox="1"/>
          <p:nvPr>
            <p:ph hasCustomPrompt="1" idx="8" type="title"/>
          </p:nvPr>
        </p:nvSpPr>
        <p:spPr>
          <a:xfrm>
            <a:off x="6369300" y="2549402"/>
            <a:ext cx="20136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56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2" name="Google Shape;452;p49"/>
          <p:cNvSpPr txBox="1"/>
          <p:nvPr>
            <p:ph idx="1" type="subTitle"/>
          </p:nvPr>
        </p:nvSpPr>
        <p:spPr>
          <a:xfrm>
            <a:off x="1132000" y="3432862"/>
            <a:ext cx="18741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453" name="Google Shape;453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9"/>
          <p:cNvSpPr txBox="1"/>
          <p:nvPr>
            <p:ph hasCustomPrompt="1" idx="2" type="title"/>
          </p:nvPr>
        </p:nvSpPr>
        <p:spPr>
          <a:xfrm>
            <a:off x="3725850" y="2029263"/>
            <a:ext cx="1515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5" name="Google Shape;455;p49"/>
          <p:cNvSpPr txBox="1"/>
          <p:nvPr>
            <p:ph hasCustomPrompt="1" idx="3" type="title"/>
          </p:nvPr>
        </p:nvSpPr>
        <p:spPr>
          <a:xfrm>
            <a:off x="3022450" y="3601675"/>
            <a:ext cx="14073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6" name="Google Shape;456;p49"/>
          <p:cNvSpPr txBox="1"/>
          <p:nvPr>
            <p:ph hasCustomPrompt="1" idx="4" type="title"/>
          </p:nvPr>
        </p:nvSpPr>
        <p:spPr>
          <a:xfrm>
            <a:off x="4565843" y="3408687"/>
            <a:ext cx="6858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7" name="Google Shape;457;p49"/>
          <p:cNvSpPr txBox="1"/>
          <p:nvPr>
            <p:ph idx="5" type="subTitle"/>
          </p:nvPr>
        </p:nvSpPr>
        <p:spPr>
          <a:xfrm>
            <a:off x="5445069" y="1751762"/>
            <a:ext cx="18687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8" name="Google Shape;458;p49"/>
          <p:cNvSpPr txBox="1"/>
          <p:nvPr>
            <p:ph idx="6" type="subTitle"/>
          </p:nvPr>
        </p:nvSpPr>
        <p:spPr>
          <a:xfrm>
            <a:off x="5326225" y="3441195"/>
            <a:ext cx="18741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9" name="Google Shape;459;p49"/>
          <p:cNvSpPr txBox="1"/>
          <p:nvPr>
            <p:ph idx="7" type="subTitle"/>
          </p:nvPr>
        </p:nvSpPr>
        <p:spPr>
          <a:xfrm>
            <a:off x="5439558" y="1986687"/>
            <a:ext cx="18687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0" name="Google Shape;460;p49"/>
          <p:cNvSpPr txBox="1"/>
          <p:nvPr>
            <p:ph idx="8" type="subTitle"/>
          </p:nvPr>
        </p:nvSpPr>
        <p:spPr>
          <a:xfrm>
            <a:off x="5328925" y="3808995"/>
            <a:ext cx="1868700" cy="5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1" name="Google Shape;461;p49"/>
          <p:cNvSpPr txBox="1"/>
          <p:nvPr>
            <p:ph idx="9" type="subTitle"/>
          </p:nvPr>
        </p:nvSpPr>
        <p:spPr>
          <a:xfrm>
            <a:off x="1132000" y="3592190"/>
            <a:ext cx="1874100" cy="7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25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 8">
  <p:cSld name="CUSTOM_26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-914119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399149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1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CUSTOM_57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/>
          <p:nvPr>
            <p:ph hasCustomPrompt="1" type="title"/>
          </p:nvPr>
        </p:nvSpPr>
        <p:spPr>
          <a:xfrm>
            <a:off x="416676" y="1400075"/>
            <a:ext cx="6014400" cy="17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52"/>
          <p:cNvSpPr txBox="1"/>
          <p:nvPr>
            <p:ph idx="1" type="subTitle"/>
          </p:nvPr>
        </p:nvSpPr>
        <p:spPr>
          <a:xfrm>
            <a:off x="540000" y="3159050"/>
            <a:ext cx="6016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5" name="Google Shape;4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43325" y="-1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6843315" y="306759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/>
          <p:nvPr/>
        </p:nvSpPr>
        <p:spPr>
          <a:xfrm rot="5400000">
            <a:off x="1688625" y="-740500"/>
            <a:ext cx="3179100" cy="6556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9">
  <p:cSld name="CUSTOM_58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80" name="Google Shape;480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3"/>
          <p:cNvSpPr txBox="1"/>
          <p:nvPr>
            <p:ph idx="1" type="subTitle"/>
          </p:nvPr>
        </p:nvSpPr>
        <p:spPr>
          <a:xfrm>
            <a:off x="1758182" y="4055692"/>
            <a:ext cx="12177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53"/>
          <p:cNvSpPr txBox="1"/>
          <p:nvPr>
            <p:ph idx="2" type="subTitle"/>
          </p:nvPr>
        </p:nvSpPr>
        <p:spPr>
          <a:xfrm>
            <a:off x="3939062" y="4070880"/>
            <a:ext cx="1262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3"/>
          <p:cNvSpPr txBox="1"/>
          <p:nvPr>
            <p:ph idx="3" type="subTitle"/>
          </p:nvPr>
        </p:nvSpPr>
        <p:spPr>
          <a:xfrm>
            <a:off x="6187500" y="4069687"/>
            <a:ext cx="12624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53"/>
          <p:cNvSpPr txBox="1"/>
          <p:nvPr>
            <p:ph idx="4" type="subTitle"/>
          </p:nvPr>
        </p:nvSpPr>
        <p:spPr>
          <a:xfrm>
            <a:off x="1743882" y="3729155"/>
            <a:ext cx="12177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85" name="Google Shape;485;p53"/>
          <p:cNvSpPr txBox="1"/>
          <p:nvPr>
            <p:ph idx="5" type="subTitle"/>
          </p:nvPr>
        </p:nvSpPr>
        <p:spPr>
          <a:xfrm>
            <a:off x="3939062" y="3733800"/>
            <a:ext cx="1262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86" name="Google Shape;486;p53"/>
          <p:cNvSpPr txBox="1"/>
          <p:nvPr>
            <p:ph idx="6" type="subTitle"/>
          </p:nvPr>
        </p:nvSpPr>
        <p:spPr>
          <a:xfrm>
            <a:off x="6187600" y="3733632"/>
            <a:ext cx="12624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0">
  <p:cSld name="CUSTOM_59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4"/>
          <p:cNvSpPr txBox="1"/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1" name="Google Shape;491;p54"/>
          <p:cNvSpPr txBox="1"/>
          <p:nvPr>
            <p:ph idx="1" type="subTitle"/>
          </p:nvPr>
        </p:nvSpPr>
        <p:spPr>
          <a:xfrm>
            <a:off x="768200" y="2833363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54"/>
          <p:cNvSpPr txBox="1"/>
          <p:nvPr>
            <p:ph idx="2" type="subTitle"/>
          </p:nvPr>
        </p:nvSpPr>
        <p:spPr>
          <a:xfrm>
            <a:off x="3833745" y="2843907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54"/>
          <p:cNvSpPr txBox="1"/>
          <p:nvPr>
            <p:ph idx="3" type="subTitle"/>
          </p:nvPr>
        </p:nvSpPr>
        <p:spPr>
          <a:xfrm>
            <a:off x="6910975" y="2835788"/>
            <a:ext cx="14319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54"/>
          <p:cNvSpPr txBox="1"/>
          <p:nvPr>
            <p:ph idx="4" type="subTitle"/>
          </p:nvPr>
        </p:nvSpPr>
        <p:spPr>
          <a:xfrm>
            <a:off x="768200" y="2472707"/>
            <a:ext cx="14319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95" name="Google Shape;495;p54"/>
          <p:cNvSpPr txBox="1"/>
          <p:nvPr>
            <p:ph idx="5" type="subTitle"/>
          </p:nvPr>
        </p:nvSpPr>
        <p:spPr>
          <a:xfrm>
            <a:off x="3833875" y="2472725"/>
            <a:ext cx="14319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96" name="Google Shape;496;p54"/>
          <p:cNvSpPr txBox="1"/>
          <p:nvPr>
            <p:ph idx="6" type="subTitle"/>
          </p:nvPr>
        </p:nvSpPr>
        <p:spPr>
          <a:xfrm>
            <a:off x="6911111" y="2476132"/>
            <a:ext cx="14319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97" name="Google Shape;497;p54"/>
          <p:cNvSpPr/>
          <p:nvPr/>
        </p:nvSpPr>
        <p:spPr>
          <a:xfrm rot="5400000">
            <a:off x="287567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4"/>
          <p:cNvSpPr/>
          <p:nvPr/>
        </p:nvSpPr>
        <p:spPr>
          <a:xfrm rot="5400000">
            <a:off x="1194834" y="1350189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4"/>
          <p:cNvSpPr/>
          <p:nvPr/>
        </p:nvSpPr>
        <p:spPr>
          <a:xfrm rot="5400000">
            <a:off x="3385220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4"/>
          <p:cNvSpPr/>
          <p:nvPr/>
        </p:nvSpPr>
        <p:spPr>
          <a:xfrm rot="5400000">
            <a:off x="6415442" y="1686614"/>
            <a:ext cx="2394897" cy="207586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4"/>
          <p:cNvSpPr/>
          <p:nvPr/>
        </p:nvSpPr>
        <p:spPr>
          <a:xfrm rot="5400000">
            <a:off x="7328448" y="1350201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4"/>
          <p:cNvSpPr/>
          <p:nvPr/>
        </p:nvSpPr>
        <p:spPr>
          <a:xfrm rot="5400000">
            <a:off x="4290136" y="1350201"/>
            <a:ext cx="578916" cy="501797"/>
          </a:xfrm>
          <a:custGeom>
            <a:rect b="b" l="l" r="r" t="t"/>
            <a:pathLst>
              <a:path extrusionOk="0" h="27693" w="31949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810644" y="-1661952"/>
            <a:ext cx="3711324" cy="33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7">
  <p:cSld name="CUSTOM_60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5"/>
          <p:cNvSpPr txBox="1"/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7" name="Google Shape;507;p55"/>
          <p:cNvSpPr txBox="1"/>
          <p:nvPr>
            <p:ph idx="2" type="ctrTitle"/>
          </p:nvPr>
        </p:nvSpPr>
        <p:spPr>
          <a:xfrm>
            <a:off x="2393800" y="3851557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8" name="Google Shape;508;p55"/>
          <p:cNvSpPr txBox="1"/>
          <p:nvPr>
            <p:ph idx="1" type="subTitle"/>
          </p:nvPr>
        </p:nvSpPr>
        <p:spPr>
          <a:xfrm>
            <a:off x="2393800" y="4112538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09" name="Google Shape;509;p55"/>
          <p:cNvSpPr txBox="1"/>
          <p:nvPr>
            <p:ph idx="3" type="ctrTitle"/>
          </p:nvPr>
        </p:nvSpPr>
        <p:spPr>
          <a:xfrm>
            <a:off x="4454450" y="3859775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0" name="Google Shape;510;p55"/>
          <p:cNvSpPr txBox="1"/>
          <p:nvPr>
            <p:ph idx="4" type="subTitle"/>
          </p:nvPr>
        </p:nvSpPr>
        <p:spPr>
          <a:xfrm>
            <a:off x="4454600" y="4111838"/>
            <a:ext cx="12312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1" name="Google Shape;511;p55"/>
          <p:cNvSpPr txBox="1"/>
          <p:nvPr>
            <p:ph idx="5" type="ctrTitle"/>
          </p:nvPr>
        </p:nvSpPr>
        <p:spPr>
          <a:xfrm>
            <a:off x="3443775" y="1362901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2" name="Google Shape;512;p55"/>
          <p:cNvSpPr txBox="1"/>
          <p:nvPr>
            <p:ph idx="6" type="subTitle"/>
          </p:nvPr>
        </p:nvSpPr>
        <p:spPr>
          <a:xfrm>
            <a:off x="3443626" y="1656449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3" name="Google Shape;513;p55"/>
          <p:cNvSpPr txBox="1"/>
          <p:nvPr>
            <p:ph idx="7" type="ctrTitle"/>
          </p:nvPr>
        </p:nvSpPr>
        <p:spPr>
          <a:xfrm>
            <a:off x="5498425" y="1361363"/>
            <a:ext cx="1231200" cy="3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4" name="Google Shape;514;p55"/>
          <p:cNvSpPr txBox="1"/>
          <p:nvPr>
            <p:ph idx="8" type="subTitle"/>
          </p:nvPr>
        </p:nvSpPr>
        <p:spPr>
          <a:xfrm>
            <a:off x="5498325" y="1654912"/>
            <a:ext cx="1231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6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6"/>
          <p:cNvSpPr txBox="1"/>
          <p:nvPr>
            <p:ph type="ctrTitle"/>
          </p:nvPr>
        </p:nvSpPr>
        <p:spPr>
          <a:xfrm flipH="1">
            <a:off x="622800" y="454555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9" name="Google Shape;519;p56"/>
          <p:cNvSpPr txBox="1"/>
          <p:nvPr>
            <p:ph idx="1" type="subTitle"/>
          </p:nvPr>
        </p:nvSpPr>
        <p:spPr>
          <a:xfrm>
            <a:off x="1573144" y="1489382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56"/>
          <p:cNvSpPr txBox="1"/>
          <p:nvPr>
            <p:ph idx="2" type="subTitle"/>
          </p:nvPr>
        </p:nvSpPr>
        <p:spPr>
          <a:xfrm>
            <a:off x="3787682" y="1491020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56"/>
          <p:cNvSpPr txBox="1"/>
          <p:nvPr>
            <p:ph idx="3" type="subTitle"/>
          </p:nvPr>
        </p:nvSpPr>
        <p:spPr>
          <a:xfrm>
            <a:off x="6064122" y="1493420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56"/>
          <p:cNvSpPr txBox="1"/>
          <p:nvPr>
            <p:ph idx="4" type="subTitle"/>
          </p:nvPr>
        </p:nvSpPr>
        <p:spPr>
          <a:xfrm>
            <a:off x="1573145" y="1060472"/>
            <a:ext cx="15558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3" name="Google Shape;523;p56"/>
          <p:cNvSpPr txBox="1"/>
          <p:nvPr>
            <p:ph idx="5" type="subTitle"/>
          </p:nvPr>
        </p:nvSpPr>
        <p:spPr>
          <a:xfrm>
            <a:off x="3787824" y="1072622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4" name="Google Shape;524;p56"/>
          <p:cNvSpPr txBox="1"/>
          <p:nvPr>
            <p:ph idx="6" type="subTitle"/>
          </p:nvPr>
        </p:nvSpPr>
        <p:spPr>
          <a:xfrm>
            <a:off x="6064270" y="1065510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5" name="Google Shape;525;p56"/>
          <p:cNvSpPr txBox="1"/>
          <p:nvPr>
            <p:ph idx="7" type="subTitle"/>
          </p:nvPr>
        </p:nvSpPr>
        <p:spPr>
          <a:xfrm>
            <a:off x="2692432" y="4157457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56"/>
          <p:cNvSpPr txBox="1"/>
          <p:nvPr>
            <p:ph idx="8" type="subTitle"/>
          </p:nvPr>
        </p:nvSpPr>
        <p:spPr>
          <a:xfrm>
            <a:off x="4906147" y="4138965"/>
            <a:ext cx="15558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56"/>
          <p:cNvSpPr txBox="1"/>
          <p:nvPr>
            <p:ph idx="9" type="subTitle"/>
          </p:nvPr>
        </p:nvSpPr>
        <p:spPr>
          <a:xfrm>
            <a:off x="2692574" y="3773185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528" name="Google Shape;528;p56"/>
          <p:cNvSpPr txBox="1"/>
          <p:nvPr>
            <p:ph idx="13" type="subTitle"/>
          </p:nvPr>
        </p:nvSpPr>
        <p:spPr>
          <a:xfrm>
            <a:off x="4906295" y="3774166"/>
            <a:ext cx="15558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27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 txBox="1"/>
          <p:nvPr>
            <p:ph type="ctrTitle"/>
          </p:nvPr>
        </p:nvSpPr>
        <p:spPr>
          <a:xfrm flipH="1">
            <a:off x="457200" y="444899"/>
            <a:ext cx="8229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31" name="Google Shape;531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31825" y="-795109"/>
            <a:ext cx="3139825" cy="28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20369" y="-796531"/>
            <a:ext cx="3139825" cy="283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28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466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465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8"/>
          <p:cNvSpPr txBox="1"/>
          <p:nvPr>
            <p:ph type="ctrTitle"/>
          </p:nvPr>
        </p:nvSpPr>
        <p:spPr>
          <a:xfrm flipH="1">
            <a:off x="540000" y="507400"/>
            <a:ext cx="8064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">
  <p:cSld name="CUSTOM_34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9"/>
          <p:cNvSpPr txBox="1"/>
          <p:nvPr>
            <p:ph type="ctrTitle"/>
          </p:nvPr>
        </p:nvSpPr>
        <p:spPr>
          <a:xfrm flipH="1">
            <a:off x="457200" y="1443030"/>
            <a:ext cx="26958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1" name="Google Shape;541;p59"/>
          <p:cNvSpPr txBox="1"/>
          <p:nvPr/>
        </p:nvSpPr>
        <p:spPr>
          <a:xfrm>
            <a:off x="3390325" y="2006627"/>
            <a:ext cx="28182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</a:t>
            </a:r>
            <a:r>
              <a:rPr lang="en"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D80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59"/>
          <p:cNvSpPr txBox="1"/>
          <p:nvPr>
            <p:ph idx="1" type="subTitle"/>
          </p:nvPr>
        </p:nvSpPr>
        <p:spPr>
          <a:xfrm>
            <a:off x="457188" y="2038763"/>
            <a:ext cx="2695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543" name="Google Shape;54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071778" y="-1374105"/>
            <a:ext cx="4072221" cy="3674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058749" y="2776786"/>
            <a:ext cx="4072221" cy="3674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29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 txBox="1"/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47" name="Google Shape;547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70966" y="39734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918995" y="389356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62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/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53" name="Google Shape;553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33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/>
          <p:nvPr>
            <p:ph type="ctrTitle"/>
          </p:nvPr>
        </p:nvSpPr>
        <p:spPr>
          <a:xfrm flipH="1">
            <a:off x="540000" y="455570"/>
            <a:ext cx="8064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7" name="Google Shape;557;p62"/>
          <p:cNvSpPr txBox="1"/>
          <p:nvPr>
            <p:ph idx="1" type="subTitle"/>
          </p:nvPr>
        </p:nvSpPr>
        <p:spPr>
          <a:xfrm>
            <a:off x="2588100" y="2210650"/>
            <a:ext cx="3967800" cy="18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58" name="Google Shape;558;p62">
            <a:hlinkClick r:id="rId2"/>
          </p:cNvPr>
          <p:cNvSpPr txBox="1"/>
          <p:nvPr>
            <p:ph idx="2" type="ctrTitle"/>
          </p:nvPr>
        </p:nvSpPr>
        <p:spPr>
          <a:xfrm>
            <a:off x="3224100" y="1799442"/>
            <a:ext cx="2695800" cy="2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559" name="Google Shape;5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247964" y="32876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984228" y="32077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4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41_1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3.xml"/><Relationship Id="rId5" Type="http://schemas.openxmlformats.org/officeDocument/2006/relationships/slide" Target="/ppt/slides/slide5.xml"/><Relationship Id="rId6" Type="http://schemas.openxmlformats.org/officeDocument/2006/relationships/slide" Target="/ppt/slides/slide6.xml"/><Relationship Id="rId7" Type="http://schemas.openxmlformats.org/officeDocument/2006/relationships/slide" Target="/ppt/slides/slide7.xml"/><Relationship Id="rId8" Type="http://schemas.openxmlformats.org/officeDocument/2006/relationships/slide" Target="/ppt/slides/slide8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slide" Target="/ppt/slides/slide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5"/>
          <p:cNvSpPr txBox="1"/>
          <p:nvPr>
            <p:ph type="title"/>
          </p:nvPr>
        </p:nvSpPr>
        <p:spPr>
          <a:xfrm>
            <a:off x="457200" y="1774825"/>
            <a:ext cx="8229600" cy="116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rPr>
              <a:t>Система за управление на библиотека</a:t>
            </a:r>
            <a:endParaRPr b="1" i="1">
              <a:solidFill>
                <a:schemeClr val="accent6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572" name="Google Shape;572;p65"/>
          <p:cNvSpPr txBox="1"/>
          <p:nvPr>
            <p:ph idx="1" type="subTitle"/>
          </p:nvPr>
        </p:nvSpPr>
        <p:spPr>
          <a:xfrm>
            <a:off x="457275" y="3649725"/>
            <a:ext cx="82296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Squada One"/>
                <a:ea typeface="Squada One"/>
                <a:cs typeface="Squada One"/>
                <a:sym typeface="Squada One"/>
              </a:rPr>
              <a:t>Проект по C# и Обектно-Ориентирано Програмиране</a:t>
            </a:r>
            <a:endParaRPr sz="2200"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573" name="Google Shape;573;p65"/>
          <p:cNvSpPr txBox="1"/>
          <p:nvPr/>
        </p:nvSpPr>
        <p:spPr>
          <a:xfrm>
            <a:off x="6679500" y="4370150"/>
            <a:ext cx="3690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Мария 11г</a:t>
            </a:r>
            <a:endParaRPr sz="23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6"/>
          <p:cNvSpPr txBox="1"/>
          <p:nvPr>
            <p:ph idx="4" type="ctrTitle"/>
          </p:nvPr>
        </p:nvSpPr>
        <p:spPr>
          <a:xfrm>
            <a:off x="1850907" y="1943431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latin typeface="Caveat"/>
                <a:ea typeface="Caveat"/>
                <a:cs typeface="Caveat"/>
                <a:sym typeface="Caveat"/>
                <a:hlinkClick action="ppaction://hlinksldjump" r:id="rId3"/>
              </a:rPr>
              <a:t>Основни функ.</a:t>
            </a:r>
            <a:endParaRPr sz="24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79" name="Google Shape;579;p66"/>
          <p:cNvSpPr txBox="1"/>
          <p:nvPr>
            <p:ph idx="3" type="subTitle"/>
          </p:nvPr>
        </p:nvSpPr>
        <p:spPr>
          <a:xfrm>
            <a:off x="-1506168" y="45451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580" name="Google Shape;580;p66"/>
          <p:cNvSpPr txBox="1"/>
          <p:nvPr>
            <p:ph type="ctrTitle"/>
          </p:nvPr>
        </p:nvSpPr>
        <p:spPr>
          <a:xfrm>
            <a:off x="81907" y="1983756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latin typeface="Caveat"/>
                <a:ea typeface="Caveat"/>
                <a:cs typeface="Caveat"/>
                <a:sym typeface="Caveat"/>
                <a:hlinkClick action="ppaction://hlinksldjump" r:id="rId4"/>
              </a:rPr>
              <a:t>Цел на проекта</a:t>
            </a:r>
            <a:endParaRPr sz="24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81" name="Google Shape;581;p66"/>
          <p:cNvSpPr txBox="1"/>
          <p:nvPr>
            <p:ph idx="1" type="subTitle"/>
          </p:nvPr>
        </p:nvSpPr>
        <p:spPr>
          <a:xfrm>
            <a:off x="-543543" y="417733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 </a:t>
            </a:r>
            <a:endParaRPr sz="1900"/>
          </a:p>
        </p:txBody>
      </p:sp>
      <p:sp>
        <p:nvSpPr>
          <p:cNvPr id="582" name="Google Shape;582;p66"/>
          <p:cNvSpPr txBox="1"/>
          <p:nvPr>
            <p:ph idx="2" type="ctrTitle"/>
          </p:nvPr>
        </p:nvSpPr>
        <p:spPr>
          <a:xfrm>
            <a:off x="3506657" y="194341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u="sng">
                <a:solidFill>
                  <a:schemeClr val="hlink"/>
                </a:solidFill>
                <a:latin typeface="Caveat"/>
                <a:ea typeface="Caveat"/>
                <a:cs typeface="Caveat"/>
                <a:sym typeface="Caveat"/>
                <a:hlinkClick action="ppaction://hlinksldjump" r:id="rId5"/>
              </a:rPr>
              <a:t>Диаграма</a:t>
            </a:r>
            <a:endParaRPr sz="26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83" name="Google Shape;583;p66"/>
          <p:cNvSpPr txBox="1"/>
          <p:nvPr>
            <p:ph idx="5" type="subTitle"/>
          </p:nvPr>
        </p:nvSpPr>
        <p:spPr>
          <a:xfrm>
            <a:off x="7790482" y="2916182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584" name="Google Shape;584;p66"/>
          <p:cNvSpPr txBox="1"/>
          <p:nvPr>
            <p:ph idx="6" type="ctrTitle"/>
          </p:nvPr>
        </p:nvSpPr>
        <p:spPr>
          <a:xfrm>
            <a:off x="5556607" y="1943419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u="sng">
                <a:solidFill>
                  <a:schemeClr val="hlink"/>
                </a:solidFill>
                <a:latin typeface="Caveat"/>
                <a:ea typeface="Caveat"/>
                <a:cs typeface="Caveat"/>
                <a:sym typeface="Caveat"/>
                <a:hlinkClick action="ppaction://hlinksldjump" r:id="rId6"/>
              </a:rPr>
              <a:t>ООП Принципи</a:t>
            </a:r>
            <a:endParaRPr sz="21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85" name="Google Shape;585;p66"/>
          <p:cNvSpPr txBox="1"/>
          <p:nvPr>
            <p:ph idx="7" type="subTitle"/>
          </p:nvPr>
        </p:nvSpPr>
        <p:spPr>
          <a:xfrm>
            <a:off x="8677607" y="38618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586" name="Google Shape;586;p66"/>
          <p:cNvSpPr txBox="1"/>
          <p:nvPr>
            <p:ph idx="8" type="ctrTitle"/>
          </p:nvPr>
        </p:nvSpPr>
        <p:spPr>
          <a:xfrm>
            <a:off x="1122303" y="20420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5500">
                <a:latin typeface="Amatic SC"/>
                <a:ea typeface="Amatic SC"/>
                <a:cs typeface="Amatic SC"/>
                <a:sym typeface="Amatic SC"/>
              </a:rPr>
              <a:t>Съдържание</a:t>
            </a:r>
            <a:endParaRPr b="1" i="1" sz="55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587" name="Google Shape;587;p66"/>
          <p:cNvSpPr txBox="1"/>
          <p:nvPr>
            <p:ph idx="9" type="title"/>
          </p:nvPr>
        </p:nvSpPr>
        <p:spPr>
          <a:xfrm>
            <a:off x="519607" y="1500356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600"/>
              <a:t>01</a:t>
            </a:r>
            <a:endParaRPr sz="5600"/>
          </a:p>
        </p:txBody>
      </p:sp>
      <p:sp>
        <p:nvSpPr>
          <p:cNvPr id="588" name="Google Shape;588;p66"/>
          <p:cNvSpPr txBox="1"/>
          <p:nvPr>
            <p:ph idx="13" type="title"/>
          </p:nvPr>
        </p:nvSpPr>
        <p:spPr>
          <a:xfrm>
            <a:off x="3944357" y="150034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/>
              <a:t>03</a:t>
            </a:r>
            <a:endParaRPr sz="5600"/>
          </a:p>
        </p:txBody>
      </p:sp>
      <p:sp>
        <p:nvSpPr>
          <p:cNvPr id="589" name="Google Shape;589;p66"/>
          <p:cNvSpPr txBox="1"/>
          <p:nvPr>
            <p:ph idx="14" type="title"/>
          </p:nvPr>
        </p:nvSpPr>
        <p:spPr>
          <a:xfrm>
            <a:off x="2272157" y="1500356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02</a:t>
            </a:r>
            <a:endParaRPr sz="5300"/>
          </a:p>
        </p:txBody>
      </p:sp>
      <p:sp>
        <p:nvSpPr>
          <p:cNvPr id="590" name="Google Shape;590;p66"/>
          <p:cNvSpPr txBox="1"/>
          <p:nvPr>
            <p:ph idx="15" type="title"/>
          </p:nvPr>
        </p:nvSpPr>
        <p:spPr>
          <a:xfrm>
            <a:off x="5994307" y="150034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04</a:t>
            </a:r>
            <a:endParaRPr sz="5300"/>
          </a:p>
        </p:txBody>
      </p:sp>
      <p:cxnSp>
        <p:nvCxnSpPr>
          <p:cNvPr id="591" name="Google Shape;591;p66"/>
          <p:cNvCxnSpPr/>
          <p:nvPr/>
        </p:nvCxnSpPr>
        <p:spPr>
          <a:xfrm flipH="1" rot="10800000">
            <a:off x="573375" y="2699950"/>
            <a:ext cx="7521900" cy="37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66"/>
          <p:cNvCxnSpPr/>
          <p:nvPr/>
        </p:nvCxnSpPr>
        <p:spPr>
          <a:xfrm flipH="1" rot="10800000">
            <a:off x="658300" y="4889200"/>
            <a:ext cx="7578600" cy="37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66"/>
          <p:cNvSpPr txBox="1"/>
          <p:nvPr>
            <p:ph idx="9" type="title"/>
          </p:nvPr>
        </p:nvSpPr>
        <p:spPr>
          <a:xfrm>
            <a:off x="2288607" y="3010406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600"/>
              <a:t>05</a:t>
            </a:r>
            <a:endParaRPr sz="5600"/>
          </a:p>
        </p:txBody>
      </p:sp>
      <p:sp>
        <p:nvSpPr>
          <p:cNvPr id="594" name="Google Shape;594;p66"/>
          <p:cNvSpPr txBox="1"/>
          <p:nvPr>
            <p:ph idx="9" type="title"/>
          </p:nvPr>
        </p:nvSpPr>
        <p:spPr>
          <a:xfrm>
            <a:off x="4761282" y="3010406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600"/>
              <a:t>06</a:t>
            </a:r>
            <a:endParaRPr sz="5600"/>
          </a:p>
        </p:txBody>
      </p:sp>
      <p:sp>
        <p:nvSpPr>
          <p:cNvPr id="595" name="Google Shape;595;p66"/>
          <p:cNvSpPr txBox="1"/>
          <p:nvPr/>
        </p:nvSpPr>
        <p:spPr>
          <a:xfrm>
            <a:off x="2470350" y="3670725"/>
            <a:ext cx="1906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latin typeface="Caveat"/>
                <a:ea typeface="Caveat"/>
                <a:cs typeface="Caveat"/>
                <a:sym typeface="Caveat"/>
                <a:hlinkClick action="ppaction://hlinksldjump" r:id="rId7"/>
              </a:rPr>
              <a:t>Обработка и изключения</a:t>
            </a:r>
            <a:endParaRPr sz="23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96" name="Google Shape;596;p66"/>
          <p:cNvSpPr txBox="1"/>
          <p:nvPr/>
        </p:nvSpPr>
        <p:spPr>
          <a:xfrm>
            <a:off x="4827350" y="3588188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latin typeface="Caveat"/>
                <a:ea typeface="Caveat"/>
                <a:cs typeface="Caveat"/>
                <a:sym typeface="Caveat"/>
                <a:hlinkClick action="ppaction://hlinksldjump" r:id="rId8"/>
              </a:rPr>
              <a:t>Демонстрация</a:t>
            </a:r>
            <a:endParaRPr sz="23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7"/>
          <p:cNvSpPr txBox="1"/>
          <p:nvPr>
            <p:ph type="ctrTitle"/>
          </p:nvPr>
        </p:nvSpPr>
        <p:spPr>
          <a:xfrm flipH="1">
            <a:off x="479700" y="416700"/>
            <a:ext cx="8184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300">
                <a:latin typeface="Amatic SC"/>
                <a:ea typeface="Amatic SC"/>
                <a:cs typeface="Amatic SC"/>
                <a:sym typeface="Amatic SC"/>
              </a:rPr>
              <a:t>Цел на проекта</a:t>
            </a:r>
            <a:endParaRPr b="1" i="1" sz="5300"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7"/>
          <p:cNvSpPr txBox="1"/>
          <p:nvPr>
            <p:ph idx="1" type="subTitle"/>
          </p:nvPr>
        </p:nvSpPr>
        <p:spPr>
          <a:xfrm>
            <a:off x="-100" y="1718200"/>
            <a:ext cx="9144000" cy="27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aveat"/>
                <a:ea typeface="Caveat"/>
                <a:cs typeface="Caveat"/>
                <a:sym typeface="Caveat"/>
              </a:rPr>
              <a:t>Създаване на конзолно приложение за управление на библиотека.</a:t>
            </a:r>
            <a:endParaRPr sz="3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latin typeface="Caveat"/>
                <a:ea typeface="Caveat"/>
                <a:cs typeface="Caveat"/>
                <a:sym typeface="Caveat"/>
              </a:rPr>
              <a:t>Работа с книги и потребители.</a:t>
            </a:r>
            <a:endParaRPr sz="3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latin typeface="Caveat"/>
                <a:ea typeface="Caveat"/>
                <a:cs typeface="Caveat"/>
                <a:sym typeface="Caveat"/>
              </a:rPr>
              <a:t>Демонстрация на основни ООП принципи.</a:t>
            </a:r>
            <a:endParaRPr sz="3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latin typeface="Caveat"/>
                <a:ea typeface="Caveat"/>
                <a:cs typeface="Caveat"/>
                <a:sym typeface="Caveat"/>
              </a:rPr>
              <a:t>Обработка на грешки чрез изключения.</a:t>
            </a:r>
            <a:endParaRPr sz="3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7">
            <a:hlinkClick action="ppaction://hlinkshowjump?jump=previousslide"/>
          </p:cNvPr>
          <p:cNvSpPr/>
          <p:nvPr/>
        </p:nvSpPr>
        <p:spPr>
          <a:xfrm>
            <a:off x="565750" y="3770750"/>
            <a:ext cx="844200" cy="629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8"/>
          <p:cNvSpPr txBox="1"/>
          <p:nvPr>
            <p:ph idx="1" type="subTitle"/>
          </p:nvPr>
        </p:nvSpPr>
        <p:spPr>
          <a:xfrm>
            <a:off x="66050" y="1359575"/>
            <a:ext cx="4291800" cy="22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veat"/>
                <a:ea typeface="Caveat"/>
                <a:cs typeface="Caveat"/>
                <a:sym typeface="Caveat"/>
              </a:rPr>
              <a:t>Създаване на потребителски профили (Студент, Библиотекар)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veat"/>
                <a:ea typeface="Caveat"/>
                <a:cs typeface="Caveat"/>
                <a:sym typeface="Caveat"/>
              </a:rPr>
              <a:t>Показване на налични книги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veat"/>
                <a:ea typeface="Caveat"/>
                <a:cs typeface="Caveat"/>
                <a:sym typeface="Caveat"/>
              </a:rPr>
              <a:t>Заемане на книги със срок за връщане(14 дни)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veat"/>
                <a:ea typeface="Caveat"/>
                <a:cs typeface="Caveat"/>
                <a:sym typeface="Caveat"/>
              </a:rPr>
              <a:t>Връщане на книги и проверка за просрочване 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aveat"/>
                <a:ea typeface="Caveat"/>
                <a:cs typeface="Caveat"/>
                <a:sym typeface="Caveat"/>
              </a:rPr>
              <a:t>Добавяне на нови книги (само библиотекар)  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09" name="Google Shape;609;p68"/>
          <p:cNvSpPr txBox="1"/>
          <p:nvPr>
            <p:ph type="ctrTitle"/>
          </p:nvPr>
        </p:nvSpPr>
        <p:spPr>
          <a:xfrm>
            <a:off x="1710150" y="-247975"/>
            <a:ext cx="57237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5300">
                <a:latin typeface="Amatic SC"/>
                <a:ea typeface="Amatic SC"/>
                <a:cs typeface="Amatic SC"/>
                <a:sym typeface="Amatic SC"/>
              </a:rPr>
              <a:t>Основни функционалности</a:t>
            </a:r>
            <a:endParaRPr b="1" i="1" sz="5300"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610" name="Google Shape;610;p68" title="Screenshot (12).png"/>
          <p:cNvPicPr preferRelativeResize="0"/>
          <p:nvPr/>
        </p:nvPicPr>
        <p:blipFill rotWithShape="1">
          <a:blip r:embed="rId3">
            <a:alphaModFix/>
          </a:blip>
          <a:srcRect b="0" l="1180" r="-1179" t="0"/>
          <a:stretch/>
        </p:blipFill>
        <p:spPr>
          <a:xfrm>
            <a:off x="4244575" y="1784250"/>
            <a:ext cx="4808100" cy="260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611" name="Google Shape;611;p68">
            <a:hlinkClick action="ppaction://hlinksldjump" r:id="rId4"/>
          </p:cNvPr>
          <p:cNvSpPr/>
          <p:nvPr/>
        </p:nvSpPr>
        <p:spPr>
          <a:xfrm>
            <a:off x="7975150" y="669150"/>
            <a:ext cx="835800" cy="551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9"/>
          <p:cNvSpPr txBox="1"/>
          <p:nvPr>
            <p:ph idx="1" type="subTitle"/>
          </p:nvPr>
        </p:nvSpPr>
        <p:spPr>
          <a:xfrm flipH="1">
            <a:off x="9473175" y="2482750"/>
            <a:ext cx="132000" cy="2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 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17" name="Google Shape;617;p69"/>
          <p:cNvSpPr txBox="1"/>
          <p:nvPr>
            <p:ph type="ctrTitle"/>
          </p:nvPr>
        </p:nvSpPr>
        <p:spPr>
          <a:xfrm>
            <a:off x="-20100" y="-294975"/>
            <a:ext cx="9184200" cy="12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5300">
                <a:solidFill>
                  <a:srgbClr val="423864"/>
                </a:solidFill>
                <a:latin typeface="Amatic SC"/>
                <a:ea typeface="Amatic SC"/>
                <a:cs typeface="Amatic SC"/>
                <a:sym typeface="Amatic SC"/>
              </a:rPr>
              <a:t>Диаграма - Структура на класовете</a:t>
            </a:r>
            <a:endParaRPr b="1" i="1" sz="5300">
              <a:solidFill>
                <a:srgbClr val="423864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618" name="Google Shape;618;p69"/>
          <p:cNvSpPr txBox="1"/>
          <p:nvPr/>
        </p:nvSpPr>
        <p:spPr>
          <a:xfrm>
            <a:off x="-417000" y="510425"/>
            <a:ext cx="3969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23864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19" name="Google Shape;619;p69"/>
          <p:cNvCxnSpPr>
            <a:stCxn id="620" idx="2"/>
            <a:endCxn id="621" idx="0"/>
          </p:cNvCxnSpPr>
          <p:nvPr/>
        </p:nvCxnSpPr>
        <p:spPr>
          <a:xfrm rot="-5400000">
            <a:off x="5520200" y="984888"/>
            <a:ext cx="159000" cy="2308200"/>
          </a:xfrm>
          <a:prstGeom prst="bentConnector5">
            <a:avLst>
              <a:gd fmla="val -149764" name="adj1"/>
              <a:gd fmla="val 46774" name="adj2"/>
              <a:gd fmla="val 249848" name="adj3"/>
            </a:avLst>
          </a:prstGeom>
          <a:noFill/>
          <a:ln cap="flat" cmpd="sng" w="9525">
            <a:solidFill>
              <a:srgbClr val="56156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22" name="Google Shape;622;p69"/>
          <p:cNvCxnSpPr/>
          <p:nvPr/>
        </p:nvCxnSpPr>
        <p:spPr>
          <a:xfrm flipH="1" rot="5400000">
            <a:off x="4059660" y="2929780"/>
            <a:ext cx="771900" cy="8100"/>
          </a:xfrm>
          <a:prstGeom prst="bentConnector3">
            <a:avLst>
              <a:gd fmla="val 68701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23" name="Google Shape;623;p69"/>
          <p:cNvCxnSpPr/>
          <p:nvPr/>
        </p:nvCxnSpPr>
        <p:spPr>
          <a:xfrm>
            <a:off x="6753067" y="2810242"/>
            <a:ext cx="879600" cy="413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624" name="Google Shape;624;p69"/>
          <p:cNvCxnSpPr>
            <a:stCxn id="625" idx="0"/>
            <a:endCxn id="620" idx="2"/>
          </p:cNvCxnSpPr>
          <p:nvPr/>
        </p:nvCxnSpPr>
        <p:spPr>
          <a:xfrm flipH="1" rot="-5400000">
            <a:off x="3440410" y="1213267"/>
            <a:ext cx="93000" cy="1917300"/>
          </a:xfrm>
          <a:prstGeom prst="bentConnector5">
            <a:avLst>
              <a:gd fmla="val -256048" name="adj1"/>
              <a:gd fmla="val 53882" name="adj2"/>
              <a:gd fmla="val 356124" name="adj3"/>
            </a:avLst>
          </a:prstGeom>
          <a:noFill/>
          <a:ln cap="flat" cmpd="sng" w="9525">
            <a:solidFill>
              <a:srgbClr val="56156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620" name="Google Shape;620;p69"/>
          <p:cNvSpPr txBox="1"/>
          <p:nvPr/>
        </p:nvSpPr>
        <p:spPr>
          <a:xfrm>
            <a:off x="3676550" y="1634088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(abstract)</a:t>
            </a:r>
            <a:endParaRPr b="1" sz="16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-Name</a:t>
            </a:r>
            <a:endParaRPr b="1" sz="16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+BorrowBook()</a:t>
            </a:r>
            <a:endParaRPr b="1" sz="16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+ReturnBook()</a:t>
            </a:r>
            <a:endParaRPr b="1" sz="16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69"/>
          <p:cNvSpPr txBox="1"/>
          <p:nvPr/>
        </p:nvSpPr>
        <p:spPr>
          <a:xfrm>
            <a:off x="1610410" y="2125417"/>
            <a:ext cx="18357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Student : User</a:t>
            </a:r>
            <a:endParaRPr b="1" sz="18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+BorrowBook()</a:t>
            </a:r>
            <a:endParaRPr b="1" sz="18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+ReturnBook()</a:t>
            </a:r>
            <a:endParaRPr b="1" sz="18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69"/>
          <p:cNvSpPr txBox="1"/>
          <p:nvPr/>
        </p:nvSpPr>
        <p:spPr>
          <a:xfrm>
            <a:off x="5835817" y="2059355"/>
            <a:ext cx="18357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Librarian : User</a:t>
            </a:r>
            <a:endParaRPr b="1" sz="18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+AddBook()</a:t>
            </a:r>
            <a:endParaRPr b="1" sz="18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69"/>
          <p:cNvSpPr txBox="1"/>
          <p:nvPr/>
        </p:nvSpPr>
        <p:spPr>
          <a:xfrm>
            <a:off x="8675427" y="4105450"/>
            <a:ext cx="18357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69"/>
          <p:cNvSpPr txBox="1"/>
          <p:nvPr/>
        </p:nvSpPr>
        <p:spPr>
          <a:xfrm>
            <a:off x="7019375" y="3082400"/>
            <a:ext cx="24066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Library </a:t>
            </a:r>
            <a:endParaRPr b="1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-List&lt;Book()</a:t>
            </a:r>
            <a:endParaRPr b="1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+AddBook()</a:t>
            </a:r>
            <a:endParaRPr b="1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+BorrowBook()</a:t>
            </a:r>
            <a:endParaRPr b="1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+ReturnBook()</a:t>
            </a:r>
            <a:endParaRPr b="1" sz="16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69"/>
          <p:cNvSpPr txBox="1"/>
          <p:nvPr/>
        </p:nvSpPr>
        <p:spPr>
          <a:xfrm>
            <a:off x="1610400" y="4214550"/>
            <a:ext cx="18357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69"/>
          <p:cNvSpPr txBox="1"/>
          <p:nvPr/>
        </p:nvSpPr>
        <p:spPr>
          <a:xfrm>
            <a:off x="4123775" y="3286100"/>
            <a:ext cx="11985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Book</a:t>
            </a:r>
            <a:endParaRPr b="1" sz="15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-Title</a:t>
            </a:r>
            <a:endParaRPr b="1" sz="15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-Author</a:t>
            </a:r>
            <a:endParaRPr b="1" sz="15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-IsBorrowed</a:t>
            </a:r>
            <a:endParaRPr b="1" sz="15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-DueDate</a:t>
            </a:r>
            <a:endParaRPr b="1" sz="1500">
              <a:solidFill>
                <a:schemeClr val="accent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0" name="Google Shape;630;p69">
            <a:hlinkClick action="ppaction://hlinksldjump" r:id="rId3"/>
          </p:cNvPr>
          <p:cNvSpPr/>
          <p:nvPr/>
        </p:nvSpPr>
        <p:spPr>
          <a:xfrm>
            <a:off x="789750" y="4078050"/>
            <a:ext cx="965100" cy="775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0"/>
          <p:cNvSpPr txBox="1"/>
          <p:nvPr>
            <p:ph idx="1" type="subTitle"/>
          </p:nvPr>
        </p:nvSpPr>
        <p:spPr>
          <a:xfrm>
            <a:off x="4108425" y="4986055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70"/>
          <p:cNvSpPr txBox="1"/>
          <p:nvPr>
            <p:ph type="ctrTitle"/>
          </p:nvPr>
        </p:nvSpPr>
        <p:spPr>
          <a:xfrm>
            <a:off x="2131675" y="1282600"/>
            <a:ext cx="53457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latin typeface="Caveat"/>
                <a:ea typeface="Caveat"/>
                <a:cs typeface="Caveat"/>
                <a:sym typeface="Caveat"/>
              </a:rPr>
              <a:t>Инкапсулация - private/protected полета и свойства</a:t>
            </a:r>
            <a:endParaRPr sz="29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latin typeface="Caveat"/>
                <a:ea typeface="Caveat"/>
                <a:cs typeface="Caveat"/>
                <a:sym typeface="Caveat"/>
              </a:rPr>
              <a:t>	Наследяване - Student и Librarian наследяват User</a:t>
            </a:r>
            <a:endParaRPr sz="29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latin typeface="Caveat"/>
                <a:ea typeface="Caveat"/>
                <a:cs typeface="Caveat"/>
                <a:sym typeface="Caveat"/>
              </a:rPr>
              <a:t>Полиморфизъм - override на BorrowBook() и ReturnBook()</a:t>
            </a:r>
            <a:endParaRPr sz="29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latin typeface="Caveat"/>
                <a:ea typeface="Caveat"/>
                <a:cs typeface="Caveat"/>
                <a:sym typeface="Caveat"/>
              </a:rPr>
              <a:t>Абстракция - абстрактен клас User</a:t>
            </a:r>
            <a:endParaRPr sz="29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70"/>
          <p:cNvSpPr txBox="1"/>
          <p:nvPr>
            <p:ph idx="2" type="title"/>
          </p:nvPr>
        </p:nvSpPr>
        <p:spPr>
          <a:xfrm>
            <a:off x="952200" y="109125"/>
            <a:ext cx="72396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5300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rPr>
              <a:t>Използвани ООП принципи </a:t>
            </a:r>
            <a:endParaRPr b="1" i="1" sz="5300">
              <a:solidFill>
                <a:schemeClr val="accent6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638" name="Google Shape;638;p70">
            <a:hlinkClick action="ppaction://hlinksldjump" r:id="rId3"/>
          </p:cNvPr>
          <p:cNvSpPr/>
          <p:nvPr/>
        </p:nvSpPr>
        <p:spPr>
          <a:xfrm>
            <a:off x="7802850" y="4192925"/>
            <a:ext cx="964800" cy="611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1"/>
          <p:cNvSpPr txBox="1"/>
          <p:nvPr>
            <p:ph idx="1" type="subTitle"/>
          </p:nvPr>
        </p:nvSpPr>
        <p:spPr>
          <a:xfrm>
            <a:off x="2526325" y="4775700"/>
            <a:ext cx="4299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71"/>
          <p:cNvSpPr txBox="1"/>
          <p:nvPr>
            <p:ph type="ctrTitle"/>
          </p:nvPr>
        </p:nvSpPr>
        <p:spPr>
          <a:xfrm>
            <a:off x="1481250" y="1469100"/>
            <a:ext cx="6181500" cy="3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Caveat"/>
                <a:ea typeface="Caveat"/>
                <a:cs typeface="Caveat"/>
                <a:sym typeface="Caveat"/>
              </a:rPr>
              <a:t>Заемане на вече заета книга </a:t>
            </a:r>
            <a:endParaRPr sz="32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Caveat"/>
                <a:ea typeface="Caveat"/>
                <a:cs typeface="Caveat"/>
                <a:sym typeface="Caveat"/>
              </a:rPr>
              <a:t>Връщане на книга,която не е заета</a:t>
            </a:r>
            <a:endParaRPr sz="32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Caveat"/>
                <a:ea typeface="Caveat"/>
                <a:cs typeface="Caveat"/>
                <a:sym typeface="Caveat"/>
              </a:rPr>
              <a:t>Опит за работа с несъществуваща книга </a:t>
            </a:r>
            <a:endParaRPr sz="32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Caveat"/>
                <a:ea typeface="Caveat"/>
                <a:cs typeface="Caveat"/>
                <a:sym typeface="Caveat"/>
              </a:rPr>
              <a:t>Извеждане на ясни съобщения с грешки </a:t>
            </a:r>
            <a:endParaRPr sz="32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45" name="Google Shape;645;p71"/>
          <p:cNvSpPr txBox="1"/>
          <p:nvPr>
            <p:ph idx="2" type="title"/>
          </p:nvPr>
        </p:nvSpPr>
        <p:spPr>
          <a:xfrm>
            <a:off x="1697850" y="144200"/>
            <a:ext cx="5748300" cy="10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5300">
                <a:solidFill>
                  <a:schemeClr val="accent6"/>
                </a:solidFill>
                <a:latin typeface="Amatic SC"/>
                <a:ea typeface="Amatic SC"/>
                <a:cs typeface="Amatic SC"/>
                <a:sym typeface="Amatic SC"/>
              </a:rPr>
              <a:t>Обработка на изключения</a:t>
            </a:r>
            <a:endParaRPr b="1" i="1" sz="5300">
              <a:solidFill>
                <a:schemeClr val="accent6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646" name="Google Shape;646;p71">
            <a:hlinkClick action="ppaction://hlinksldjump" r:id="rId3"/>
          </p:cNvPr>
          <p:cNvSpPr/>
          <p:nvPr/>
        </p:nvSpPr>
        <p:spPr>
          <a:xfrm>
            <a:off x="7708075" y="4270450"/>
            <a:ext cx="801300" cy="672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2"/>
          <p:cNvSpPr txBox="1"/>
          <p:nvPr>
            <p:ph type="ctrTitle"/>
          </p:nvPr>
        </p:nvSpPr>
        <p:spPr>
          <a:xfrm flipH="1">
            <a:off x="579900" y="86775"/>
            <a:ext cx="7984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1" lang="en" sz="5300">
                <a:latin typeface="Amatic SC"/>
                <a:ea typeface="Amatic SC"/>
                <a:cs typeface="Amatic SC"/>
                <a:sym typeface="Amatic SC"/>
              </a:rPr>
              <a:t>Демонстрация</a:t>
            </a:r>
            <a:endParaRPr b="1" i="1" sz="53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652" name="Google Shape;652;p72"/>
          <p:cNvSpPr txBox="1"/>
          <p:nvPr>
            <p:ph idx="1" type="subTitle"/>
          </p:nvPr>
        </p:nvSpPr>
        <p:spPr>
          <a:xfrm>
            <a:off x="5295075" y="4505325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53" name="Google Shape;65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263" y="990675"/>
            <a:ext cx="3443100" cy="37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72"/>
          <p:cNvSpPr txBox="1"/>
          <p:nvPr/>
        </p:nvSpPr>
        <p:spPr>
          <a:xfrm>
            <a:off x="479000" y="1199175"/>
            <a:ext cx="4039200" cy="3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-Стартиране на приложението</a:t>
            </a:r>
            <a:endParaRPr sz="2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-Избор на тип потребител</a:t>
            </a:r>
            <a:endParaRPr sz="2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-Работа с менюто</a:t>
            </a:r>
            <a:endParaRPr sz="2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-Показване на срок за връщане</a:t>
            </a:r>
            <a:endParaRPr sz="2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-Добавяне, заемане и връщане на книги</a:t>
            </a:r>
            <a:endParaRPr sz="2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655" name="Google Shape;655;p72">
            <a:hlinkClick action="ppaction://hlinksldjump" r:id="rId4"/>
          </p:cNvPr>
          <p:cNvSpPr/>
          <p:nvPr/>
        </p:nvSpPr>
        <p:spPr>
          <a:xfrm>
            <a:off x="3943075" y="3994750"/>
            <a:ext cx="870000" cy="654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3"/>
          <p:cNvSpPr txBox="1"/>
          <p:nvPr>
            <p:ph type="ctrTitle"/>
          </p:nvPr>
        </p:nvSpPr>
        <p:spPr>
          <a:xfrm flipH="1">
            <a:off x="2828900" y="1368500"/>
            <a:ext cx="56532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1" lang="en" sz="5500">
                <a:latin typeface="Amatic SC"/>
                <a:ea typeface="Amatic SC"/>
                <a:cs typeface="Amatic SC"/>
                <a:sym typeface="Amatic SC"/>
              </a:rPr>
              <a:t>Благодаря за вниманието</a:t>
            </a:r>
            <a:r>
              <a:rPr b="1" i="1" lang="en" sz="5500">
                <a:latin typeface="Amatic SC"/>
                <a:ea typeface="Amatic SC"/>
                <a:cs typeface="Amatic SC"/>
                <a:sym typeface="Amatic SC"/>
              </a:rPr>
              <a:t>!</a:t>
            </a:r>
            <a:endParaRPr b="1" i="1" sz="5500"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661" name="Google Shape;661;p73"/>
          <p:cNvSpPr txBox="1"/>
          <p:nvPr>
            <p:ph idx="1" type="subTitle"/>
          </p:nvPr>
        </p:nvSpPr>
        <p:spPr>
          <a:xfrm>
            <a:off x="4937000" y="3575187"/>
            <a:ext cx="28575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73"/>
          <p:cNvSpPr txBox="1"/>
          <p:nvPr/>
        </p:nvSpPr>
        <p:spPr>
          <a:xfrm>
            <a:off x="5283900" y="4089375"/>
            <a:ext cx="3860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Изготвил: Мария Кирилова 11г </a:t>
            </a:r>
            <a:endParaRPr sz="23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ПМГ “Иван Вазов”</a:t>
            </a:r>
            <a:endParaRPr sz="23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